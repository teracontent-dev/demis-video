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2" r:id="rId4"/>
    <p:sldId id="299" r:id="rId5"/>
    <p:sldId id="300" r:id="rId6"/>
    <p:sldId id="283" r:id="rId7"/>
    <p:sldId id="301" r:id="rId8"/>
    <p:sldId id="290" r:id="rId9"/>
    <p:sldId id="302" r:id="rId10"/>
    <p:sldId id="260" r:id="rId11"/>
    <p:sldId id="297" r:id="rId12"/>
    <p:sldId id="298" r:id="rId13"/>
  </p:sldIdLst>
  <p:sldSz cx="18288000" cy="10287000"/>
  <p:notesSz cx="10287000" cy="18288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S-Core Dream 4 Regular" panose="020B0503030302020204" pitchFamily="34" charset="-127"/>
      <p:regular r:id="rId19"/>
    </p:embeddedFont>
    <p:embeddedFont>
      <p:font typeface="S-Core Dream 5 Medium" panose="020B0503030302020204" pitchFamily="34" charset="-127"/>
      <p:regular r:id="rId20"/>
    </p:embeddedFont>
    <p:embeddedFont>
      <p:font typeface="S-Core Dream 6 Bold" panose="020B0703030302020204" pitchFamily="34" charset="-127"/>
      <p:bold r:id="rId21"/>
    </p:embeddedFont>
    <p:embeddedFont>
      <p:font typeface="에스코어 드림 6 Bold" panose="020B0703030302020204" pitchFamily="34" charset="-127"/>
      <p:bold r:id="rId22"/>
    </p:embeddedFont>
    <p:embeddedFont>
      <p:font typeface="에스코어 드림 8 Heavy" panose="020B0903030302020204" pitchFamily="34" charset="-127"/>
      <p:bold r:id="rId23"/>
    </p:embeddedFont>
    <p:embeddedFont>
      <p:font typeface="에스코어 드림 9 Black" panose="020B0A03030302020204" pitchFamily="34" charset="-127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17" autoAdjust="0"/>
  </p:normalViewPr>
  <p:slideViewPr>
    <p:cSldViewPr>
      <p:cViewPr varScale="1">
        <p:scale>
          <a:sx n="46" d="100"/>
          <a:sy n="46" d="100"/>
        </p:scale>
        <p:origin x="18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에스코어 드림 8 Heavy" panose="020B0903030302020204" pitchFamily="34" charset="-127"/>
                <a:ea typeface="에스코어 드림 8 Heavy" panose="020B0903030302020204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에스코어 드림 8 Heavy" panose="020B0903030302020204" pitchFamily="34" charset="-127"/>
                <a:ea typeface="에스코어 드림 8 Heavy" panose="020B0903030302020204" pitchFamily="34" charset="-127"/>
              </a:defRPr>
            </a:lvl1pPr>
          </a:lstStyle>
          <a:p>
            <a:fld id="{10AB4F03-05EA-4411-9B80-CBD57CF5E100}" type="datetimeFigureOut">
              <a:rPr lang="ko-KR" altLang="en-US" smtClean="0"/>
              <a:pPr/>
              <a:t>2023-08-09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에스코어 드림 8 Heavy" panose="020B0903030302020204" pitchFamily="34" charset="-127"/>
                <a:ea typeface="에스코어 드림 8 Heavy" panose="020B0903030302020204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에스코어 드림 8 Heavy" panose="020B0903030302020204" pitchFamily="34" charset="-127"/>
                <a:ea typeface="에스코어 드림 8 Heavy" panose="020B0903030302020204" pitchFamily="34" charset="-127"/>
              </a:defRPr>
            </a:lvl1pPr>
          </a:lstStyle>
          <a:p>
            <a:fld id="{07606EFD-8F10-4A61-B060-7254485CA2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5329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에스코어 드림 8 Heavy" panose="020B0903030302020204" pitchFamily="34" charset="-127"/>
        <a:ea typeface="에스코어 드림 8 Heavy" panose="020B0903030302020204" pitchFamily="34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에스코어 드림 8 Heavy" panose="020B0903030302020204" pitchFamily="34" charset="-127"/>
        <a:ea typeface="에스코어 드림 8 Heavy" panose="020B0903030302020204" pitchFamily="34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에스코어 드림 8 Heavy" panose="020B0903030302020204" pitchFamily="34" charset="-127"/>
        <a:ea typeface="에스코어 드림 8 Heavy" panose="020B0903030302020204" pitchFamily="34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에스코어 드림 8 Heavy" panose="020B0903030302020204" pitchFamily="34" charset="-127"/>
        <a:ea typeface="에스코어 드림 8 Heavy" panose="020B0903030302020204" pitchFamily="34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에스코어 드림 8 Heavy" panose="020B0903030302020204" pitchFamily="34" charset="-127"/>
        <a:ea typeface="에스코어 드림 8 Heavy" panose="020B0903030302020204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6EFD-8F10-4A61-B060-7254485CA2CE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5910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6EFD-8F10-4A61-B060-7254485CA2CE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771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6EFD-8F10-4A61-B060-7254485CA2CE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73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6EFD-8F10-4A61-B060-7254485CA2CE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465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에스코어 드림 6 Bold" panose="020B0703030302020204" pitchFamily="34" charset="-127"/>
              </a:defRPr>
            </a:lvl1pPr>
          </a:lstStyle>
          <a:p>
            <a:fld id="{F8166F1F-CE9B-4651-A6AA-CD717754106B}" type="datetimeFigureOut">
              <a:rPr lang="en-US" smtClean="0"/>
              <a:pPr/>
              <a:t>8/9/2023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에스코어 드림 6 Bold" panose="020B0703030302020204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에스코어 드림 6 Bold" panose="020B0703030302020204" pitchFamily="34" charset="-127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에스코어 드림 6 Bold" panose="020B0703030302020204" pitchFamily="34" charset="-12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에스코어 드림 6 Bold" panose="020B0703030302020204" pitchFamily="34" charset="-127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에스코어 드림 6 Bold" panose="020B0703030302020204" pitchFamily="34" charset="-127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에스코어 드림 6 Bold" panose="020B0703030302020204" pitchFamily="34" charset="-127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에스코어 드림 6 Bold" panose="020B0703030302020204" pitchFamily="34" charset="-127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에스코어 드림 6 Bold" panose="020B0703030302020204" pitchFamily="34" charset="-12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7.png"/><Relationship Id="rId5" Type="http://schemas.openxmlformats.org/officeDocument/2006/relationships/image" Target="../media/image19.png"/><Relationship Id="rId10" Type="http://schemas.openxmlformats.org/officeDocument/2006/relationships/image" Target="../media/image6.png"/><Relationship Id="rId4" Type="http://schemas.openxmlformats.org/officeDocument/2006/relationships/image" Target="../media/image18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6612862" y="2320684"/>
            <a:ext cx="5192378" cy="3910691"/>
            <a:chOff x="6612862" y="2320684"/>
            <a:chExt cx="5192378" cy="39106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2862" y="2320684"/>
              <a:ext cx="5192378" cy="39106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289130" y="7493161"/>
            <a:ext cx="7606982" cy="930821"/>
            <a:chOff x="5289130" y="7493161"/>
            <a:chExt cx="7606982" cy="93082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9130" y="7493161"/>
              <a:ext cx="7606982" cy="93082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08" name="그룹 1008"/>
          <p:cNvGrpSpPr/>
          <p:nvPr/>
        </p:nvGrpSpPr>
        <p:grpSpPr>
          <a:xfrm>
            <a:off x="10816532" y="5022243"/>
            <a:ext cx="574514" cy="785043"/>
            <a:chOff x="10816532" y="5022243"/>
            <a:chExt cx="574514" cy="785043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900000">
              <a:off x="10816532" y="5022243"/>
              <a:ext cx="574514" cy="785043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932486" y="4277952"/>
            <a:ext cx="2208217" cy="2050572"/>
            <a:chOff x="1932486" y="4277952"/>
            <a:chExt cx="2208217" cy="2050572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32486" y="4277952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4184513" y="4277952"/>
            <a:ext cx="2208217" cy="2050572"/>
            <a:chOff x="4184513" y="4277952"/>
            <a:chExt cx="2208217" cy="2050572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84513" y="4277952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932486" y="2246766"/>
            <a:ext cx="2208217" cy="2050572"/>
            <a:chOff x="1932486" y="2246766"/>
            <a:chExt cx="2208217" cy="2050572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32486" y="2246766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4194206" y="2246766"/>
            <a:ext cx="2208217" cy="2050572"/>
            <a:chOff x="4194206" y="2246766"/>
            <a:chExt cx="2208217" cy="2050572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94206" y="2246766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1883292" y="4277952"/>
            <a:ext cx="2208217" cy="2050572"/>
            <a:chOff x="11883292" y="4277952"/>
            <a:chExt cx="2208217" cy="2050572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83292" y="4277952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4135318" y="4277952"/>
            <a:ext cx="2208217" cy="2050572"/>
            <a:chOff x="14135318" y="4277952"/>
            <a:chExt cx="2208217" cy="2050572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135318" y="4277952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1883292" y="2246766"/>
            <a:ext cx="2208217" cy="2050572"/>
            <a:chOff x="11883292" y="2246766"/>
            <a:chExt cx="2208217" cy="2050572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83292" y="2246766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4145011" y="2246766"/>
            <a:ext cx="2208217" cy="2050572"/>
            <a:chOff x="14145011" y="2246766"/>
            <a:chExt cx="2208217" cy="2050572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145011" y="2246766"/>
              <a:ext cx="2208217" cy="2050572"/>
            </a:xfrm>
            <a:prstGeom prst="rect">
              <a:avLst/>
            </a:prstGeom>
          </p:spPr>
        </p:pic>
      </p:grpSp>
      <p:sp>
        <p:nvSpPr>
          <p:cNvPr id="5" name="Object 49">
            <a:extLst>
              <a:ext uri="{FF2B5EF4-FFF2-40B4-BE49-F238E27FC236}">
                <a16:creationId xmlns:a16="http://schemas.microsoft.com/office/drawing/2014/main" id="{81A92B72-5C98-B4BC-144D-3A02F933418C}"/>
              </a:ext>
            </a:extLst>
          </p:cNvPr>
          <p:cNvSpPr txBox="1"/>
          <p:nvPr/>
        </p:nvSpPr>
        <p:spPr>
          <a:xfrm>
            <a:off x="7272194" y="7577337"/>
            <a:ext cx="3452534" cy="8002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4600" dirty="0">
                <a:solidFill>
                  <a:srgbClr val="000000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S-Core Dream 5 Medium" pitchFamily="34" charset="0"/>
              </a:rPr>
              <a:t>읽기 </a:t>
            </a:r>
            <a:r>
              <a:rPr lang="en-US" altLang="ko-KR" sz="4600" dirty="0">
                <a:solidFill>
                  <a:srgbClr val="000000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S-Core Dream 5 Medium" pitchFamily="34" charset="0"/>
              </a:rPr>
              <a:t>- 4</a:t>
            </a:r>
            <a:r>
              <a:rPr lang="ko-KR" altLang="en-US" sz="4600" dirty="0">
                <a:solidFill>
                  <a:srgbClr val="000000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S-Core Dream 5 Medium" pitchFamily="34" charset="0"/>
              </a:rPr>
              <a:t>차시</a:t>
            </a:r>
            <a:endParaRPr lang="en-US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7" name="Object 50">
            <a:extLst>
              <a:ext uri="{FF2B5EF4-FFF2-40B4-BE49-F238E27FC236}">
                <a16:creationId xmlns:a16="http://schemas.microsoft.com/office/drawing/2014/main" id="{A702F89C-98DE-0575-79D3-1C40ECBDD194}"/>
              </a:ext>
            </a:extLst>
          </p:cNvPr>
          <p:cNvSpPr txBox="1"/>
          <p:nvPr/>
        </p:nvSpPr>
        <p:spPr>
          <a:xfrm>
            <a:off x="5914284" y="6537814"/>
            <a:ext cx="6459432" cy="8002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4600" dirty="0" err="1">
                <a:solidFill>
                  <a:srgbClr val="000000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TOPIK</a:t>
            </a:r>
            <a:r>
              <a:rPr lang="en-US" altLang="ko-KR" sz="4600" kern="0" spc="0" dirty="0" err="1">
                <a:solidFill>
                  <a:srgbClr val="000000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Ⅱ</a:t>
            </a:r>
            <a:endParaRPr lang="en-US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grpSp>
        <p:nvGrpSpPr>
          <p:cNvPr id="8" name="그룹 1003">
            <a:extLst>
              <a:ext uri="{FF2B5EF4-FFF2-40B4-BE49-F238E27FC236}">
                <a16:creationId xmlns:a16="http://schemas.microsoft.com/office/drawing/2014/main" id="{6F748872-604A-68E4-397A-96F04955471D}"/>
              </a:ext>
            </a:extLst>
          </p:cNvPr>
          <p:cNvGrpSpPr/>
          <p:nvPr/>
        </p:nvGrpSpPr>
        <p:grpSpPr>
          <a:xfrm>
            <a:off x="-21718" y="104792"/>
            <a:ext cx="18461538" cy="702645"/>
            <a:chOff x="-147214" y="1035720"/>
            <a:chExt cx="18461538" cy="702645"/>
          </a:xfrm>
        </p:grpSpPr>
        <p:pic>
          <p:nvPicPr>
            <p:cNvPr id="10" name="Object 8">
              <a:extLst>
                <a:ext uri="{FF2B5EF4-FFF2-40B4-BE49-F238E27FC236}">
                  <a16:creationId xmlns:a16="http://schemas.microsoft.com/office/drawing/2014/main" id="{4567E3F3-F08B-B5A3-375E-58505F86E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47214" y="1035720"/>
              <a:ext cx="18461538" cy="702645"/>
            </a:xfrm>
            <a:prstGeom prst="rect">
              <a:avLst/>
            </a:prstGeom>
          </p:spPr>
        </p:pic>
      </p:grpSp>
      <p:pic>
        <p:nvPicPr>
          <p:cNvPr id="11" name="Object 53">
            <a:extLst>
              <a:ext uri="{FF2B5EF4-FFF2-40B4-BE49-F238E27FC236}">
                <a16:creationId xmlns:a16="http://schemas.microsoft.com/office/drawing/2014/main" id="{F94C9669-FBF8-864B-9CCB-71CBF2B4729D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6097" y="-463382"/>
            <a:ext cx="2602404" cy="1838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2" name="그룹 1003">
            <a:extLst>
              <a:ext uri="{FF2B5EF4-FFF2-40B4-BE49-F238E27FC236}">
                <a16:creationId xmlns:a16="http://schemas.microsoft.com/office/drawing/2014/main" id="{24597E42-8ADC-CC97-1F1B-24BA0016E5A8}"/>
              </a:ext>
            </a:extLst>
          </p:cNvPr>
          <p:cNvGrpSpPr/>
          <p:nvPr/>
        </p:nvGrpSpPr>
        <p:grpSpPr>
          <a:xfrm>
            <a:off x="-21718" y="104792"/>
            <a:ext cx="18461538" cy="702645"/>
            <a:chOff x="-147214" y="1035720"/>
            <a:chExt cx="18461538" cy="702645"/>
          </a:xfrm>
        </p:grpSpPr>
        <p:pic>
          <p:nvPicPr>
            <p:cNvPr id="4" name="Object 8">
              <a:extLst>
                <a:ext uri="{FF2B5EF4-FFF2-40B4-BE49-F238E27FC236}">
                  <a16:creationId xmlns:a16="http://schemas.microsoft.com/office/drawing/2014/main" id="{D083B0FA-B7DB-3033-2424-8546CBAEE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147214" y="1035720"/>
              <a:ext cx="18461538" cy="702645"/>
            </a:xfrm>
            <a:prstGeom prst="rect">
              <a:avLst/>
            </a:prstGeom>
          </p:spPr>
        </p:pic>
      </p:grpSp>
      <p:pic>
        <p:nvPicPr>
          <p:cNvPr id="5" name="Object 53">
            <a:extLst>
              <a:ext uri="{FF2B5EF4-FFF2-40B4-BE49-F238E27FC236}">
                <a16:creationId xmlns:a16="http://schemas.microsoft.com/office/drawing/2014/main" id="{C2146746-E588-DF33-87B9-C55EE2BA6470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6097" y="-463382"/>
            <a:ext cx="2602404" cy="1838991"/>
          </a:xfrm>
          <a:prstGeom prst="rect">
            <a:avLst/>
          </a:prstGeom>
        </p:spPr>
      </p:pic>
      <p:sp>
        <p:nvSpPr>
          <p:cNvPr id="9" name="Object 66">
            <a:extLst>
              <a:ext uri="{FF2B5EF4-FFF2-40B4-BE49-F238E27FC236}">
                <a16:creationId xmlns:a16="http://schemas.microsoft.com/office/drawing/2014/main" id="{E218F466-FD5C-C7A7-012F-F0849946B26C}"/>
              </a:ext>
            </a:extLst>
          </p:cNvPr>
          <p:cNvSpPr txBox="1"/>
          <p:nvPr/>
        </p:nvSpPr>
        <p:spPr>
          <a:xfrm>
            <a:off x="542063" y="1219662"/>
            <a:ext cx="7419155" cy="14773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9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1. </a:t>
            </a:r>
            <a:r>
              <a:rPr lang="ko-KR" altLang="en-US" sz="9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학습 목표</a:t>
            </a:r>
            <a:endParaRPr lang="en-US" dirty="0">
              <a:latin typeface="S-Core Dream 6 Bold" panose="020B0703030302020204" pitchFamily="34" charset="-127"/>
              <a:ea typeface="S-Core Dream 6 Bold" panose="020B0703030302020204" pitchFamily="34" charset="-127"/>
            </a:endParaRPr>
          </a:p>
        </p:txBody>
      </p:sp>
      <p:sp>
        <p:nvSpPr>
          <p:cNvPr id="11" name="Object 66">
            <a:extLst>
              <a:ext uri="{FF2B5EF4-FFF2-40B4-BE49-F238E27FC236}">
                <a16:creationId xmlns:a16="http://schemas.microsoft.com/office/drawing/2014/main" id="{6A4EF149-C629-8945-FBBF-5EF022D56E93}"/>
              </a:ext>
            </a:extLst>
          </p:cNvPr>
          <p:cNvSpPr txBox="1"/>
          <p:nvPr/>
        </p:nvSpPr>
        <p:spPr>
          <a:xfrm>
            <a:off x="572369" y="5855595"/>
            <a:ext cx="7419155" cy="14773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9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2. </a:t>
            </a:r>
            <a:r>
              <a:rPr lang="ko-KR" altLang="en-US" sz="9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학습 내용</a:t>
            </a:r>
            <a:endParaRPr lang="en-US" dirty="0">
              <a:latin typeface="S-Core Dream 6 Bold" panose="020B0703030302020204" pitchFamily="34" charset="-127"/>
              <a:ea typeface="S-Core Dream 6 Bold" panose="020B07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6BADBB-89DD-7593-7639-86467610C33B}"/>
              </a:ext>
            </a:extLst>
          </p:cNvPr>
          <p:cNvSpPr txBox="1"/>
          <p:nvPr/>
        </p:nvSpPr>
        <p:spPr>
          <a:xfrm>
            <a:off x="2362200" y="2904213"/>
            <a:ext cx="144364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1)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필자의 태도에 대한 다양한 어휘를 이해할 수 있다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2)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읽기 유형 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10</a:t>
            </a:r>
            <a:r>
              <a:rPr lang="en-US" altLang="ko-KR" sz="2800" dirty="0">
                <a:solidFill>
                  <a:srgbClr val="FF9292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필자의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태도 고르기</a:t>
            </a:r>
            <a:r>
              <a:rPr lang="en-US" altLang="ko-KR" sz="2800" dirty="0">
                <a:solidFill>
                  <a:srgbClr val="FF9292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)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의 유형을 살펴보고 이해할 수 있다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BFFB4-3F1B-F437-6799-D1D50FDC1034}"/>
              </a:ext>
            </a:extLst>
          </p:cNvPr>
          <p:cNvSpPr txBox="1"/>
          <p:nvPr/>
        </p:nvSpPr>
        <p:spPr>
          <a:xfrm>
            <a:off x="2362200" y="7637632"/>
            <a:ext cx="144364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1)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읽기 유형 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10</a:t>
            </a:r>
            <a:r>
              <a:rPr lang="en-US" altLang="ko-KR" sz="2800" dirty="0">
                <a:solidFill>
                  <a:srgbClr val="FF9292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필자의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태도 고르기</a:t>
            </a:r>
            <a:r>
              <a:rPr lang="en-US" altLang="ko-KR" sz="2800" dirty="0">
                <a:solidFill>
                  <a:srgbClr val="FF9292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)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유형 확인 및 필자의 태도 관련 어휘 학습</a:t>
            </a:r>
            <a:endParaRPr lang="en-US" altLang="ko-KR" sz="28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2)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읽기 유형 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10</a:t>
            </a:r>
            <a:r>
              <a:rPr lang="en-US" altLang="ko-KR" sz="2800" dirty="0">
                <a:solidFill>
                  <a:srgbClr val="FF9292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필자의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태도 고르기</a:t>
            </a:r>
            <a:r>
              <a:rPr lang="en-US" altLang="ko-KR" sz="2800" dirty="0">
                <a:solidFill>
                  <a:srgbClr val="FF9292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)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문제 풀기</a:t>
            </a:r>
            <a:endParaRPr lang="en-US" altLang="ko-KR" sz="28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grpSp>
        <p:nvGrpSpPr>
          <p:cNvPr id="20" name="그룹 1019">
            <a:extLst>
              <a:ext uri="{FF2B5EF4-FFF2-40B4-BE49-F238E27FC236}">
                <a16:creationId xmlns:a16="http://schemas.microsoft.com/office/drawing/2014/main" id="{847A7BA5-0EF4-75F3-95FC-49E28A1076C8}"/>
              </a:ext>
            </a:extLst>
          </p:cNvPr>
          <p:cNvGrpSpPr/>
          <p:nvPr/>
        </p:nvGrpSpPr>
        <p:grpSpPr>
          <a:xfrm>
            <a:off x="6934200" y="1893879"/>
            <a:ext cx="517017" cy="706477"/>
            <a:chOff x="3425805" y="2951926"/>
            <a:chExt cx="517017" cy="706477"/>
          </a:xfrm>
        </p:grpSpPr>
        <p:pic>
          <p:nvPicPr>
            <p:cNvPr id="22" name="Object 66">
              <a:extLst>
                <a:ext uri="{FF2B5EF4-FFF2-40B4-BE49-F238E27FC236}">
                  <a16:creationId xmlns:a16="http://schemas.microsoft.com/office/drawing/2014/main" id="{232FAD18-6F21-9412-B5F3-738EEA46F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900000">
              <a:off x="3425805" y="2951926"/>
              <a:ext cx="517017" cy="706477"/>
            </a:xfrm>
            <a:prstGeom prst="rect">
              <a:avLst/>
            </a:prstGeom>
          </p:spPr>
        </p:pic>
      </p:grpSp>
      <p:grpSp>
        <p:nvGrpSpPr>
          <p:cNvPr id="23" name="그룹 1019">
            <a:extLst>
              <a:ext uri="{FF2B5EF4-FFF2-40B4-BE49-F238E27FC236}">
                <a16:creationId xmlns:a16="http://schemas.microsoft.com/office/drawing/2014/main" id="{7C58FB5D-A4A5-4320-340B-862148895755}"/>
              </a:ext>
            </a:extLst>
          </p:cNvPr>
          <p:cNvGrpSpPr/>
          <p:nvPr/>
        </p:nvGrpSpPr>
        <p:grpSpPr>
          <a:xfrm>
            <a:off x="7016817" y="6626446"/>
            <a:ext cx="517017" cy="706477"/>
            <a:chOff x="3425805" y="2951926"/>
            <a:chExt cx="517017" cy="706477"/>
          </a:xfrm>
        </p:grpSpPr>
        <p:pic>
          <p:nvPicPr>
            <p:cNvPr id="25" name="Object 66">
              <a:extLst>
                <a:ext uri="{FF2B5EF4-FFF2-40B4-BE49-F238E27FC236}">
                  <a16:creationId xmlns:a16="http://schemas.microsoft.com/office/drawing/2014/main" id="{88A811FF-563B-AF69-559D-A212F6ABC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900000">
              <a:off x="3425805" y="2951926"/>
              <a:ext cx="517017" cy="706477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3E54901-791E-ED97-CA91-E9709D50AC51}"/>
              </a:ext>
            </a:extLst>
          </p:cNvPr>
          <p:cNvSpPr txBox="1"/>
          <p:nvPr/>
        </p:nvSpPr>
        <p:spPr>
          <a:xfrm>
            <a:off x="14020800" y="8957393"/>
            <a:ext cx="3352800" cy="666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글꼴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: 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에스코어 드림</a:t>
            </a: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33" name="Object 32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944AB0B6-CF91-10C5-1CFB-03205EC8E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4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에스코어 드림 9 Black" panose="020B0A03030302020204" pitchFamily="34" charset="-127"/>
              <a:ea typeface="에스코어 드림 9 Black" panose="020B0A03030302020204" pitchFamily="34" charset="-127"/>
              <a:cs typeface="+mn-cs"/>
            </a:endParaRPr>
          </a:p>
        </p:txBody>
      </p:sp>
      <p:grpSp>
        <p:nvGrpSpPr>
          <p:cNvPr id="3" name="그룹 1003">
            <a:extLst>
              <a:ext uri="{FF2B5EF4-FFF2-40B4-BE49-F238E27FC236}">
                <a16:creationId xmlns:a16="http://schemas.microsoft.com/office/drawing/2014/main" id="{2EFBF489-72F1-097B-0E6C-A0604422677B}"/>
              </a:ext>
            </a:extLst>
          </p:cNvPr>
          <p:cNvGrpSpPr/>
          <p:nvPr/>
        </p:nvGrpSpPr>
        <p:grpSpPr>
          <a:xfrm>
            <a:off x="-21718" y="104792"/>
            <a:ext cx="18461538" cy="702645"/>
            <a:chOff x="-147214" y="1035720"/>
            <a:chExt cx="18461538" cy="702645"/>
          </a:xfrm>
        </p:grpSpPr>
        <p:pic>
          <p:nvPicPr>
            <p:cNvPr id="4" name="Object 8">
              <a:extLst>
                <a:ext uri="{FF2B5EF4-FFF2-40B4-BE49-F238E27FC236}">
                  <a16:creationId xmlns:a16="http://schemas.microsoft.com/office/drawing/2014/main" id="{7E24A335-FFA0-6BEB-F9D1-0F4DDDD2F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47214" y="1035720"/>
              <a:ext cx="18461538" cy="702645"/>
            </a:xfrm>
            <a:prstGeom prst="rect">
              <a:avLst/>
            </a:prstGeom>
          </p:spPr>
        </p:pic>
      </p:grpSp>
      <p:pic>
        <p:nvPicPr>
          <p:cNvPr id="5" name="Object 53">
            <a:extLst>
              <a:ext uri="{FF2B5EF4-FFF2-40B4-BE49-F238E27FC236}">
                <a16:creationId xmlns:a16="http://schemas.microsoft.com/office/drawing/2014/main" id="{257E09E4-07B2-636A-B7BF-E0B2205B9AA5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097" y="-463382"/>
            <a:ext cx="2602404" cy="1838991"/>
          </a:xfrm>
          <a:prstGeom prst="rect">
            <a:avLst/>
          </a:prstGeom>
        </p:spPr>
      </p:pic>
      <p:pic>
        <p:nvPicPr>
          <p:cNvPr id="2" name="Object 5">
            <a:extLst>
              <a:ext uri="{FF2B5EF4-FFF2-40B4-BE49-F238E27FC236}">
                <a16:creationId xmlns:a16="http://schemas.microsoft.com/office/drawing/2014/main" id="{00B0781E-6C18-0156-8898-F7E463304D94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78010" y="2958139"/>
            <a:ext cx="16371790" cy="6370443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60217D87-14A9-235D-23BD-4FF841F42391}"/>
              </a:ext>
            </a:extLst>
          </p:cNvPr>
          <p:cNvGrpSpPr/>
          <p:nvPr/>
        </p:nvGrpSpPr>
        <p:grpSpPr>
          <a:xfrm>
            <a:off x="962845" y="1309057"/>
            <a:ext cx="1087474" cy="1009839"/>
            <a:chOff x="962845" y="1309057"/>
            <a:chExt cx="1087474" cy="1009839"/>
          </a:xfrm>
        </p:grpSpPr>
        <p:grpSp>
          <p:nvGrpSpPr>
            <p:cNvPr id="19" name="그룹 1003">
              <a:extLst>
                <a:ext uri="{FF2B5EF4-FFF2-40B4-BE49-F238E27FC236}">
                  <a16:creationId xmlns:a16="http://schemas.microsoft.com/office/drawing/2014/main" id="{EAE36E60-287A-F9A8-946B-9DB79B0B6A11}"/>
                </a:ext>
              </a:extLst>
            </p:cNvPr>
            <p:cNvGrpSpPr/>
            <p:nvPr/>
          </p:nvGrpSpPr>
          <p:grpSpPr>
            <a:xfrm>
              <a:off x="962845" y="1309057"/>
              <a:ext cx="1087474" cy="1009839"/>
              <a:chOff x="962845" y="1309057"/>
              <a:chExt cx="1087474" cy="1009839"/>
            </a:xfrm>
          </p:grpSpPr>
          <p:pic>
            <p:nvPicPr>
              <p:cNvPr id="21" name="Object 8">
                <a:extLst>
                  <a:ext uri="{FF2B5EF4-FFF2-40B4-BE49-F238E27FC236}">
                    <a16:creationId xmlns:a16="http://schemas.microsoft.com/office/drawing/2014/main" id="{EBDFC62B-9548-00E5-398C-FCB2E6BE2C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962845" y="1309057"/>
                <a:ext cx="1087474" cy="1009839"/>
              </a:xfrm>
              <a:prstGeom prst="rect">
                <a:avLst/>
              </a:prstGeom>
            </p:spPr>
          </p:pic>
        </p:grpSp>
        <p:sp>
          <p:nvSpPr>
            <p:cNvPr id="20" name="Object 48">
              <a:extLst>
                <a:ext uri="{FF2B5EF4-FFF2-40B4-BE49-F238E27FC236}">
                  <a16:creationId xmlns:a16="http://schemas.microsoft.com/office/drawing/2014/main" id="{08AC8758-9AAB-B667-C870-08CDFBBDFCDC}"/>
                </a:ext>
              </a:extLst>
            </p:cNvPr>
            <p:cNvSpPr txBox="1"/>
            <p:nvPr/>
          </p:nvSpPr>
          <p:spPr>
            <a:xfrm>
              <a:off x="1078010" y="1648480"/>
              <a:ext cx="857143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FFFF"/>
                  </a:solidFill>
                  <a:latin typeface="S-Core Dream 6 Bold" pitchFamily="34" charset="0"/>
                  <a:cs typeface="S-Core Dream 6 Bold" pitchFamily="34" charset="0"/>
                </a:rPr>
                <a:t>1</a:t>
              </a:r>
              <a:endParaRPr lang="en-US" sz="1400" dirty="0"/>
            </a:p>
          </p:txBody>
        </p:sp>
      </p:grpSp>
      <p:sp>
        <p:nvSpPr>
          <p:cNvPr id="22" name="Object 49">
            <a:extLst>
              <a:ext uri="{FF2B5EF4-FFF2-40B4-BE49-F238E27FC236}">
                <a16:creationId xmlns:a16="http://schemas.microsoft.com/office/drawing/2014/main" id="{785E7171-8C67-0505-08BD-573822F8D02E}"/>
              </a:ext>
            </a:extLst>
          </p:cNvPr>
          <p:cNvSpPr txBox="1"/>
          <p:nvPr/>
        </p:nvSpPr>
        <p:spPr>
          <a:xfrm>
            <a:off x="2133600" y="1292304"/>
            <a:ext cx="12875783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6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읽기 유형 </a:t>
            </a:r>
            <a:r>
              <a:rPr lang="en-US" altLang="ko-KR" sz="6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10</a:t>
            </a:r>
            <a:r>
              <a:rPr lang="ko-KR" altLang="en-US" sz="6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의</a:t>
            </a:r>
            <a:r>
              <a:rPr lang="en-US" altLang="ko-KR" sz="6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 </a:t>
            </a:r>
            <a:r>
              <a:rPr lang="ko-KR" altLang="en-US" sz="6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문제 파악</a:t>
            </a:r>
            <a:endParaRPr lang="en-US" sz="6000" dirty="0">
              <a:latin typeface="S-Core Dream 6 Bold" panose="020B0703030302020204" pitchFamily="34" charset="-127"/>
              <a:ea typeface="S-Core Dream 6 Bold" panose="020B0703030302020204" pitchFamily="34" charset="-127"/>
            </a:endParaRPr>
          </a:p>
        </p:txBody>
      </p:sp>
      <p:grpSp>
        <p:nvGrpSpPr>
          <p:cNvPr id="23" name="그룹 1019">
            <a:extLst>
              <a:ext uri="{FF2B5EF4-FFF2-40B4-BE49-F238E27FC236}">
                <a16:creationId xmlns:a16="http://schemas.microsoft.com/office/drawing/2014/main" id="{53841D21-1EA7-021B-35A4-0C95A0937868}"/>
              </a:ext>
            </a:extLst>
          </p:cNvPr>
          <p:cNvGrpSpPr/>
          <p:nvPr/>
        </p:nvGrpSpPr>
        <p:grpSpPr>
          <a:xfrm>
            <a:off x="10744200" y="2133544"/>
            <a:ext cx="517017" cy="706477"/>
            <a:chOff x="3425805" y="2951926"/>
            <a:chExt cx="517017" cy="706477"/>
          </a:xfrm>
        </p:grpSpPr>
        <p:pic>
          <p:nvPicPr>
            <p:cNvPr id="24" name="Object 66">
              <a:extLst>
                <a:ext uri="{FF2B5EF4-FFF2-40B4-BE49-F238E27FC236}">
                  <a16:creationId xmlns:a16="http://schemas.microsoft.com/office/drawing/2014/main" id="{2ADB4C56-CA24-6357-9C03-9C5D6609D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-900000">
              <a:off x="3425805" y="2951926"/>
              <a:ext cx="517017" cy="706477"/>
            </a:xfrm>
            <a:prstGeom prst="rect">
              <a:avLst/>
            </a:prstGeom>
          </p:spPr>
        </p:pic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B2123D9C-E2E0-EE37-4713-A60FD6FB77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226" y="3460310"/>
            <a:ext cx="15883001" cy="533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33" name="Object 3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944AB0B6-CF91-10C5-1CFB-03205EC8E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4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에스코어 드림 9 Black" panose="020B0A03030302020204" pitchFamily="34" charset="-127"/>
              <a:ea typeface="에스코어 드림 9 Black" panose="020B0A03030302020204" pitchFamily="34" charset="-127"/>
              <a:cs typeface="+mn-cs"/>
            </a:endParaRPr>
          </a:p>
        </p:txBody>
      </p:sp>
      <p:grpSp>
        <p:nvGrpSpPr>
          <p:cNvPr id="3" name="그룹 1003">
            <a:extLst>
              <a:ext uri="{FF2B5EF4-FFF2-40B4-BE49-F238E27FC236}">
                <a16:creationId xmlns:a16="http://schemas.microsoft.com/office/drawing/2014/main" id="{2EFBF489-72F1-097B-0E6C-A0604422677B}"/>
              </a:ext>
            </a:extLst>
          </p:cNvPr>
          <p:cNvGrpSpPr/>
          <p:nvPr/>
        </p:nvGrpSpPr>
        <p:grpSpPr>
          <a:xfrm>
            <a:off x="-21718" y="104792"/>
            <a:ext cx="18461538" cy="702645"/>
            <a:chOff x="-147214" y="1035720"/>
            <a:chExt cx="18461538" cy="702645"/>
          </a:xfrm>
        </p:grpSpPr>
        <p:pic>
          <p:nvPicPr>
            <p:cNvPr id="4" name="Object 8">
              <a:extLst>
                <a:ext uri="{FF2B5EF4-FFF2-40B4-BE49-F238E27FC236}">
                  <a16:creationId xmlns:a16="http://schemas.microsoft.com/office/drawing/2014/main" id="{7E24A335-FFA0-6BEB-F9D1-0F4DDDD2F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147214" y="1035720"/>
              <a:ext cx="18461538" cy="702645"/>
            </a:xfrm>
            <a:prstGeom prst="rect">
              <a:avLst/>
            </a:prstGeom>
          </p:spPr>
        </p:pic>
      </p:grpSp>
      <p:pic>
        <p:nvPicPr>
          <p:cNvPr id="5" name="Object 53">
            <a:extLst>
              <a:ext uri="{FF2B5EF4-FFF2-40B4-BE49-F238E27FC236}">
                <a16:creationId xmlns:a16="http://schemas.microsoft.com/office/drawing/2014/main" id="{257E09E4-07B2-636A-B7BF-E0B2205B9AA5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6097" y="-463382"/>
            <a:ext cx="2602404" cy="1838991"/>
          </a:xfrm>
          <a:prstGeom prst="rect">
            <a:avLst/>
          </a:prstGeom>
        </p:spPr>
      </p:pic>
      <p:pic>
        <p:nvPicPr>
          <p:cNvPr id="2" name="Object 5">
            <a:extLst>
              <a:ext uri="{FF2B5EF4-FFF2-40B4-BE49-F238E27FC236}">
                <a16:creationId xmlns:a16="http://schemas.microsoft.com/office/drawing/2014/main" id="{BCB72738-9930-1948-DCF6-662B36559D8C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78010" y="2958139"/>
            <a:ext cx="16371790" cy="6370443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DE4DEFDE-7724-3E11-0EBE-F389B3CB8048}"/>
              </a:ext>
            </a:extLst>
          </p:cNvPr>
          <p:cNvGrpSpPr/>
          <p:nvPr/>
        </p:nvGrpSpPr>
        <p:grpSpPr>
          <a:xfrm>
            <a:off x="962845" y="1309057"/>
            <a:ext cx="1087474" cy="1009839"/>
            <a:chOff x="962845" y="1309057"/>
            <a:chExt cx="1087474" cy="1009839"/>
          </a:xfrm>
        </p:grpSpPr>
        <p:grpSp>
          <p:nvGrpSpPr>
            <p:cNvPr id="7" name="그룹 1003">
              <a:extLst>
                <a:ext uri="{FF2B5EF4-FFF2-40B4-BE49-F238E27FC236}">
                  <a16:creationId xmlns:a16="http://schemas.microsoft.com/office/drawing/2014/main" id="{723AF535-CFF1-F55E-F932-F62BE3BB1A8E}"/>
                </a:ext>
              </a:extLst>
            </p:cNvPr>
            <p:cNvGrpSpPr/>
            <p:nvPr/>
          </p:nvGrpSpPr>
          <p:grpSpPr>
            <a:xfrm>
              <a:off x="962845" y="1309057"/>
              <a:ext cx="1087474" cy="1009839"/>
              <a:chOff x="962845" y="1309057"/>
              <a:chExt cx="1087474" cy="1009839"/>
            </a:xfrm>
          </p:grpSpPr>
          <p:pic>
            <p:nvPicPr>
              <p:cNvPr id="9" name="Object 8">
                <a:extLst>
                  <a:ext uri="{FF2B5EF4-FFF2-40B4-BE49-F238E27FC236}">
                    <a16:creationId xmlns:a16="http://schemas.microsoft.com/office/drawing/2014/main" id="{9CB2AFB0-603C-7B77-7914-41F4A773FD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62845" y="1309057"/>
                <a:ext cx="1087474" cy="1009839"/>
              </a:xfrm>
              <a:prstGeom prst="rect">
                <a:avLst/>
              </a:prstGeom>
            </p:spPr>
          </p:pic>
        </p:grpSp>
        <p:sp>
          <p:nvSpPr>
            <p:cNvPr id="8" name="Object 48">
              <a:extLst>
                <a:ext uri="{FF2B5EF4-FFF2-40B4-BE49-F238E27FC236}">
                  <a16:creationId xmlns:a16="http://schemas.microsoft.com/office/drawing/2014/main" id="{8A88D956-82E2-C63F-08F4-EF5EFAB84D55}"/>
                </a:ext>
              </a:extLst>
            </p:cNvPr>
            <p:cNvSpPr txBox="1"/>
            <p:nvPr/>
          </p:nvSpPr>
          <p:spPr>
            <a:xfrm>
              <a:off x="1078010" y="1648480"/>
              <a:ext cx="857143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FFFF"/>
                  </a:solidFill>
                  <a:latin typeface="S-Core Dream 6 Bold" pitchFamily="34" charset="0"/>
                  <a:cs typeface="S-Core Dream 6 Bold" pitchFamily="34" charset="0"/>
                </a:rPr>
                <a:t>1</a:t>
              </a:r>
              <a:endParaRPr lang="en-US" sz="1400" dirty="0"/>
            </a:p>
          </p:txBody>
        </p:sp>
      </p:grpSp>
      <p:sp>
        <p:nvSpPr>
          <p:cNvPr id="11" name="Object 49">
            <a:extLst>
              <a:ext uri="{FF2B5EF4-FFF2-40B4-BE49-F238E27FC236}">
                <a16:creationId xmlns:a16="http://schemas.microsoft.com/office/drawing/2014/main" id="{B751204D-525A-495F-3518-4F723110DCED}"/>
              </a:ext>
            </a:extLst>
          </p:cNvPr>
          <p:cNvSpPr txBox="1"/>
          <p:nvPr/>
        </p:nvSpPr>
        <p:spPr>
          <a:xfrm>
            <a:off x="2133600" y="1292304"/>
            <a:ext cx="12875783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6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읽기 유형 </a:t>
            </a:r>
            <a:r>
              <a:rPr lang="en-US" altLang="ko-KR" sz="6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10 – </a:t>
            </a:r>
            <a:r>
              <a:rPr lang="ko-KR" altLang="en-US" sz="48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관련 어휘 학습</a:t>
            </a:r>
            <a:endParaRPr lang="en-US" sz="4800" dirty="0">
              <a:latin typeface="S-Core Dream 6 Bold" panose="020B0703030302020204" pitchFamily="34" charset="-127"/>
              <a:ea typeface="S-Core Dream 6 Bold" panose="020B0703030302020204" pitchFamily="34" charset="-127"/>
            </a:endParaRPr>
          </a:p>
        </p:txBody>
      </p:sp>
      <p:grpSp>
        <p:nvGrpSpPr>
          <p:cNvPr id="12" name="그룹 1019">
            <a:extLst>
              <a:ext uri="{FF2B5EF4-FFF2-40B4-BE49-F238E27FC236}">
                <a16:creationId xmlns:a16="http://schemas.microsoft.com/office/drawing/2014/main" id="{3C2FB611-ADA8-887C-5F93-51502C3D3903}"/>
              </a:ext>
            </a:extLst>
          </p:cNvPr>
          <p:cNvGrpSpPr/>
          <p:nvPr/>
        </p:nvGrpSpPr>
        <p:grpSpPr>
          <a:xfrm>
            <a:off x="11430000" y="2180100"/>
            <a:ext cx="517017" cy="706477"/>
            <a:chOff x="3425805" y="2951926"/>
            <a:chExt cx="517017" cy="706477"/>
          </a:xfrm>
        </p:grpSpPr>
        <p:pic>
          <p:nvPicPr>
            <p:cNvPr id="15" name="Object 66">
              <a:extLst>
                <a:ext uri="{FF2B5EF4-FFF2-40B4-BE49-F238E27FC236}">
                  <a16:creationId xmlns:a16="http://schemas.microsoft.com/office/drawing/2014/main" id="{1894FADF-0B48-F7A6-BB70-8C9952B1C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900000">
              <a:off x="3425805" y="2951926"/>
              <a:ext cx="517017" cy="706477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72A101B-19A4-7AEF-BC48-B7981006FB76}"/>
              </a:ext>
            </a:extLst>
          </p:cNvPr>
          <p:cNvSpPr txBox="1"/>
          <p:nvPr/>
        </p:nvSpPr>
        <p:spPr>
          <a:xfrm>
            <a:off x="2362200" y="3488271"/>
            <a:ext cx="14436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필자의 태도 관련 어휘 학습</a:t>
            </a:r>
            <a:endParaRPr lang="en-US" altLang="ko-KR" sz="28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6ADE02-81C7-B93A-5CB7-CC772E972AC6}"/>
              </a:ext>
            </a:extLst>
          </p:cNvPr>
          <p:cNvSpPr txBox="1"/>
          <p:nvPr/>
        </p:nvSpPr>
        <p:spPr>
          <a:xfrm>
            <a:off x="1832132" y="5037279"/>
            <a:ext cx="1486354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가정하다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감탄하다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강조하다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경계하다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공감하다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기대하다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동정하다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비판하다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endParaRPr lang="en-US" altLang="ko-KR" sz="28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설득하다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설명하다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수긍하다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역설하다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염려하다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옹호하다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요구하다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우려하다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endParaRPr lang="en-US" altLang="ko-KR" sz="28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예상하다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예측하다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인정하다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주장하다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제안하다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제기하다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지적하다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평가하다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회의적이다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</a:p>
        </p:txBody>
      </p:sp>
      <p:pic>
        <p:nvPicPr>
          <p:cNvPr id="19" name="Object 43">
            <a:extLst>
              <a:ext uri="{FF2B5EF4-FFF2-40B4-BE49-F238E27FC236}">
                <a16:creationId xmlns:a16="http://schemas.microsoft.com/office/drawing/2014/main" id="{6B64619D-190B-4A4B-03E6-790C8F7B384B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658" y="2643927"/>
            <a:ext cx="18135600" cy="699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892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33" name="Object 3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944AB0B6-CF91-10C5-1CFB-03205EC8E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4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에스코어 드림 9 Black" panose="020B0A03030302020204" pitchFamily="34" charset="-127"/>
              <a:ea typeface="에스코어 드림 9 Black" panose="020B0A03030302020204" pitchFamily="34" charset="-127"/>
              <a:cs typeface="+mn-cs"/>
            </a:endParaRPr>
          </a:p>
        </p:txBody>
      </p:sp>
      <p:grpSp>
        <p:nvGrpSpPr>
          <p:cNvPr id="3" name="그룹 1003">
            <a:extLst>
              <a:ext uri="{FF2B5EF4-FFF2-40B4-BE49-F238E27FC236}">
                <a16:creationId xmlns:a16="http://schemas.microsoft.com/office/drawing/2014/main" id="{2EFBF489-72F1-097B-0E6C-A0604422677B}"/>
              </a:ext>
            </a:extLst>
          </p:cNvPr>
          <p:cNvGrpSpPr/>
          <p:nvPr/>
        </p:nvGrpSpPr>
        <p:grpSpPr>
          <a:xfrm>
            <a:off x="-21718" y="104792"/>
            <a:ext cx="18461538" cy="702645"/>
            <a:chOff x="-147214" y="1035720"/>
            <a:chExt cx="18461538" cy="702645"/>
          </a:xfrm>
        </p:grpSpPr>
        <p:pic>
          <p:nvPicPr>
            <p:cNvPr id="4" name="Object 8">
              <a:extLst>
                <a:ext uri="{FF2B5EF4-FFF2-40B4-BE49-F238E27FC236}">
                  <a16:creationId xmlns:a16="http://schemas.microsoft.com/office/drawing/2014/main" id="{7E24A335-FFA0-6BEB-F9D1-0F4DDDD2F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147214" y="1035720"/>
              <a:ext cx="18461538" cy="702645"/>
            </a:xfrm>
            <a:prstGeom prst="rect">
              <a:avLst/>
            </a:prstGeom>
          </p:spPr>
        </p:pic>
      </p:grpSp>
      <p:pic>
        <p:nvPicPr>
          <p:cNvPr id="5" name="Object 53">
            <a:extLst>
              <a:ext uri="{FF2B5EF4-FFF2-40B4-BE49-F238E27FC236}">
                <a16:creationId xmlns:a16="http://schemas.microsoft.com/office/drawing/2014/main" id="{257E09E4-07B2-636A-B7BF-E0B2205B9AA5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6097" y="-463382"/>
            <a:ext cx="2602404" cy="1838991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C5F3732D-587A-F8E7-4C3D-8153DAD7DC5D}"/>
              </a:ext>
            </a:extLst>
          </p:cNvPr>
          <p:cNvGrpSpPr/>
          <p:nvPr/>
        </p:nvGrpSpPr>
        <p:grpSpPr>
          <a:xfrm>
            <a:off x="962845" y="1309057"/>
            <a:ext cx="1087474" cy="1009839"/>
            <a:chOff x="962845" y="1309057"/>
            <a:chExt cx="1087474" cy="1009839"/>
          </a:xfrm>
        </p:grpSpPr>
        <p:grpSp>
          <p:nvGrpSpPr>
            <p:cNvPr id="7" name="그룹 1003">
              <a:extLst>
                <a:ext uri="{FF2B5EF4-FFF2-40B4-BE49-F238E27FC236}">
                  <a16:creationId xmlns:a16="http://schemas.microsoft.com/office/drawing/2014/main" id="{DF915443-F008-6555-DC59-D850E5CFA453}"/>
                </a:ext>
              </a:extLst>
            </p:cNvPr>
            <p:cNvGrpSpPr/>
            <p:nvPr/>
          </p:nvGrpSpPr>
          <p:grpSpPr>
            <a:xfrm>
              <a:off x="962845" y="1309057"/>
              <a:ext cx="1087474" cy="1009839"/>
              <a:chOff x="962845" y="1309057"/>
              <a:chExt cx="1087474" cy="1009839"/>
            </a:xfrm>
          </p:grpSpPr>
          <p:pic>
            <p:nvPicPr>
              <p:cNvPr id="9" name="Object 8">
                <a:extLst>
                  <a:ext uri="{FF2B5EF4-FFF2-40B4-BE49-F238E27FC236}">
                    <a16:creationId xmlns:a16="http://schemas.microsoft.com/office/drawing/2014/main" id="{F46AA6E6-C8F5-9F44-E9C4-6B5715455A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962845" y="1309057"/>
                <a:ext cx="1087474" cy="1009839"/>
              </a:xfrm>
              <a:prstGeom prst="rect">
                <a:avLst/>
              </a:prstGeom>
            </p:spPr>
          </p:pic>
        </p:grpSp>
        <p:sp>
          <p:nvSpPr>
            <p:cNvPr id="8" name="Object 48">
              <a:extLst>
                <a:ext uri="{FF2B5EF4-FFF2-40B4-BE49-F238E27FC236}">
                  <a16:creationId xmlns:a16="http://schemas.microsoft.com/office/drawing/2014/main" id="{CFA4B6C4-B671-550E-0E0E-5998BCA9A0FA}"/>
                </a:ext>
              </a:extLst>
            </p:cNvPr>
            <p:cNvSpPr txBox="1"/>
            <p:nvPr/>
          </p:nvSpPr>
          <p:spPr>
            <a:xfrm>
              <a:off x="1078010" y="1648480"/>
              <a:ext cx="857143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-Core Dream 6 Bold" pitchFamily="34" charset="0"/>
                  <a:ea typeface="+mn-ea"/>
                  <a:cs typeface="S-Core Dream 6 Bold" pitchFamily="34" charset="0"/>
                </a:rPr>
                <a:t>1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Object 49">
            <a:extLst>
              <a:ext uri="{FF2B5EF4-FFF2-40B4-BE49-F238E27FC236}">
                <a16:creationId xmlns:a16="http://schemas.microsoft.com/office/drawing/2014/main" id="{71687694-9236-3EA6-F230-32A8EFB13E52}"/>
              </a:ext>
            </a:extLst>
          </p:cNvPr>
          <p:cNvSpPr txBox="1"/>
          <p:nvPr/>
        </p:nvSpPr>
        <p:spPr>
          <a:xfrm>
            <a:off x="2133600" y="1292304"/>
            <a:ext cx="12875783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읽기 유형 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10</a:t>
            </a: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의 문제 확인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-Core Dream 6 Bold" panose="020B0703030302020204" pitchFamily="34" charset="-127"/>
              <a:ea typeface="S-Core Dream 6 Bold" panose="020B0703030302020204" pitchFamily="34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B3CD2A-12F1-F719-FF49-FDAEFF564823}"/>
              </a:ext>
            </a:extLst>
          </p:cNvPr>
          <p:cNvSpPr txBox="1"/>
          <p:nvPr/>
        </p:nvSpPr>
        <p:spPr>
          <a:xfrm>
            <a:off x="2895600" y="8123060"/>
            <a:ext cx="69875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1) </a:t>
            </a:r>
            <a:r>
              <a:rPr lang="ko-KR" altLang="en-US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최저생계비를 주는 고용주를 비판하고 있다</a:t>
            </a:r>
            <a:r>
              <a:rPr lang="en-US" altLang="ko-KR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2) </a:t>
            </a:r>
            <a:r>
              <a:rPr lang="ko-KR" altLang="en-US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개인의 빈곤을 국가가 지원해야 한다고 강조하고 있다</a:t>
            </a:r>
            <a:r>
              <a:rPr lang="en-US" altLang="ko-KR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3) </a:t>
            </a:r>
            <a:r>
              <a:rPr lang="ko-KR" altLang="en-US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근로 빈곤층이 곧 사라질 것을 긍정적으로 예상하고 있다</a:t>
            </a:r>
            <a:r>
              <a:rPr lang="en-US" altLang="ko-KR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4) </a:t>
            </a:r>
            <a:r>
              <a:rPr lang="ko-KR" altLang="en-US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근로 빈곤층의 최저생계비가 더 떨어질 것을 우려하고 있다</a:t>
            </a:r>
            <a:r>
              <a:rPr lang="en-US" altLang="ko-KR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6EF9176-E292-9F1E-235D-C59B4F33F6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2463922"/>
            <a:ext cx="10841409" cy="5659138"/>
          </a:xfrm>
          <a:prstGeom prst="rect">
            <a:avLst/>
          </a:prstGeom>
        </p:spPr>
      </p:pic>
      <p:grpSp>
        <p:nvGrpSpPr>
          <p:cNvPr id="22" name="그룹 1019">
            <a:extLst>
              <a:ext uri="{FF2B5EF4-FFF2-40B4-BE49-F238E27FC236}">
                <a16:creationId xmlns:a16="http://schemas.microsoft.com/office/drawing/2014/main" id="{C03D21DA-F130-2381-2C57-22F69DD50429}"/>
              </a:ext>
            </a:extLst>
          </p:cNvPr>
          <p:cNvGrpSpPr/>
          <p:nvPr/>
        </p:nvGrpSpPr>
        <p:grpSpPr>
          <a:xfrm>
            <a:off x="10744200" y="2133544"/>
            <a:ext cx="517017" cy="706477"/>
            <a:chOff x="3425805" y="2951926"/>
            <a:chExt cx="517017" cy="706477"/>
          </a:xfrm>
        </p:grpSpPr>
        <p:pic>
          <p:nvPicPr>
            <p:cNvPr id="24" name="Object 66">
              <a:extLst>
                <a:ext uri="{FF2B5EF4-FFF2-40B4-BE49-F238E27FC236}">
                  <a16:creationId xmlns:a16="http://schemas.microsoft.com/office/drawing/2014/main" id="{C26DE93A-3509-8E4B-0B7A-4859BBD62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900000">
              <a:off x="3425805" y="2951926"/>
              <a:ext cx="517017" cy="7064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044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33" name="Object 32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944AB0B6-CF91-10C5-1CFB-03205EC8E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4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3" name="그룹 1003">
            <a:extLst>
              <a:ext uri="{FF2B5EF4-FFF2-40B4-BE49-F238E27FC236}">
                <a16:creationId xmlns:a16="http://schemas.microsoft.com/office/drawing/2014/main" id="{A0862FAC-893C-96E7-4317-2FD8AAB810BF}"/>
              </a:ext>
            </a:extLst>
          </p:cNvPr>
          <p:cNvGrpSpPr/>
          <p:nvPr/>
        </p:nvGrpSpPr>
        <p:grpSpPr>
          <a:xfrm>
            <a:off x="-21718" y="104792"/>
            <a:ext cx="18461538" cy="702645"/>
            <a:chOff x="-147214" y="1035720"/>
            <a:chExt cx="18461538" cy="702645"/>
          </a:xfrm>
        </p:grpSpPr>
        <p:pic>
          <p:nvPicPr>
            <p:cNvPr id="4" name="Object 8">
              <a:extLst>
                <a:ext uri="{FF2B5EF4-FFF2-40B4-BE49-F238E27FC236}">
                  <a16:creationId xmlns:a16="http://schemas.microsoft.com/office/drawing/2014/main" id="{94A98FEF-0B1E-A21C-D88E-59D8CEF41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47214" y="1035720"/>
              <a:ext cx="18461538" cy="702645"/>
            </a:xfrm>
            <a:prstGeom prst="rect">
              <a:avLst/>
            </a:prstGeom>
          </p:spPr>
        </p:pic>
      </p:grpSp>
      <p:pic>
        <p:nvPicPr>
          <p:cNvPr id="5" name="Object 53">
            <a:extLst>
              <a:ext uri="{FF2B5EF4-FFF2-40B4-BE49-F238E27FC236}">
                <a16:creationId xmlns:a16="http://schemas.microsoft.com/office/drawing/2014/main" id="{36A99ED1-B956-056E-B3AD-0DA3FFC1DAD2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097" y="-463382"/>
            <a:ext cx="2602404" cy="1838991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51C08554-5D52-E580-6326-8D599A889486}"/>
              </a:ext>
            </a:extLst>
          </p:cNvPr>
          <p:cNvGrpSpPr/>
          <p:nvPr/>
        </p:nvGrpSpPr>
        <p:grpSpPr>
          <a:xfrm>
            <a:off x="962845" y="1309057"/>
            <a:ext cx="1087474" cy="1009839"/>
            <a:chOff x="962845" y="1309057"/>
            <a:chExt cx="1087474" cy="1009839"/>
          </a:xfrm>
        </p:grpSpPr>
        <p:grpSp>
          <p:nvGrpSpPr>
            <p:cNvPr id="6" name="그룹 1003">
              <a:extLst>
                <a:ext uri="{FF2B5EF4-FFF2-40B4-BE49-F238E27FC236}">
                  <a16:creationId xmlns:a16="http://schemas.microsoft.com/office/drawing/2014/main" id="{9BC06F78-7AD0-DE1B-AC20-02FF0DC4B5F2}"/>
                </a:ext>
              </a:extLst>
            </p:cNvPr>
            <p:cNvGrpSpPr/>
            <p:nvPr/>
          </p:nvGrpSpPr>
          <p:grpSpPr>
            <a:xfrm>
              <a:off x="962845" y="1309057"/>
              <a:ext cx="1087474" cy="1009839"/>
              <a:chOff x="962845" y="1309057"/>
              <a:chExt cx="1087474" cy="1009839"/>
            </a:xfrm>
          </p:grpSpPr>
          <p:pic>
            <p:nvPicPr>
              <p:cNvPr id="15" name="Object 8">
                <a:extLst>
                  <a:ext uri="{FF2B5EF4-FFF2-40B4-BE49-F238E27FC236}">
                    <a16:creationId xmlns:a16="http://schemas.microsoft.com/office/drawing/2014/main" id="{0CDC7857-2D78-DC28-8B3C-709B40F3A6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62845" y="1309057"/>
                <a:ext cx="1087474" cy="1009839"/>
              </a:xfrm>
              <a:prstGeom prst="rect">
                <a:avLst/>
              </a:prstGeom>
            </p:spPr>
          </p:pic>
        </p:grpSp>
        <p:sp>
          <p:nvSpPr>
            <p:cNvPr id="12" name="Object 48">
              <a:extLst>
                <a:ext uri="{FF2B5EF4-FFF2-40B4-BE49-F238E27FC236}">
                  <a16:creationId xmlns:a16="http://schemas.microsoft.com/office/drawing/2014/main" id="{99985A09-61D1-F3A9-5B63-F4491B4D94DD}"/>
                </a:ext>
              </a:extLst>
            </p:cNvPr>
            <p:cNvSpPr txBox="1"/>
            <p:nvPr/>
          </p:nvSpPr>
          <p:spPr>
            <a:xfrm>
              <a:off x="1078010" y="1648480"/>
              <a:ext cx="857143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-Core Dream 6 Bold" pitchFamily="34" charset="0"/>
                  <a:ea typeface="+mn-ea"/>
                  <a:cs typeface="S-Core Dream 6 Bold" pitchFamily="34" charset="0"/>
                </a:rPr>
                <a:t>2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" name="Object 49">
            <a:extLst>
              <a:ext uri="{FF2B5EF4-FFF2-40B4-BE49-F238E27FC236}">
                <a16:creationId xmlns:a16="http://schemas.microsoft.com/office/drawing/2014/main" id="{BDA7E0F9-6CEA-D7E0-4CB9-42668BF26C3C}"/>
              </a:ext>
            </a:extLst>
          </p:cNvPr>
          <p:cNvSpPr txBox="1"/>
          <p:nvPr/>
        </p:nvSpPr>
        <p:spPr>
          <a:xfrm>
            <a:off x="2133600" y="1292304"/>
            <a:ext cx="12875783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읽기 유형 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10</a:t>
            </a: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의 문제 풀이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-Core Dream 6 Bold" panose="020B0703030302020204" pitchFamily="34" charset="-127"/>
              <a:ea typeface="S-Core Dream 6 Bold" panose="020B0703030302020204" pitchFamily="34" charset="-127"/>
              <a:cs typeface="+mn-cs"/>
            </a:endParaRPr>
          </a:p>
        </p:txBody>
      </p:sp>
      <p:grpSp>
        <p:nvGrpSpPr>
          <p:cNvPr id="19" name="그룹 1019">
            <a:extLst>
              <a:ext uri="{FF2B5EF4-FFF2-40B4-BE49-F238E27FC236}">
                <a16:creationId xmlns:a16="http://schemas.microsoft.com/office/drawing/2014/main" id="{E031D3B1-C86A-CF85-2A82-F816F1831655}"/>
              </a:ext>
            </a:extLst>
          </p:cNvPr>
          <p:cNvGrpSpPr/>
          <p:nvPr/>
        </p:nvGrpSpPr>
        <p:grpSpPr>
          <a:xfrm>
            <a:off x="10744200" y="2133544"/>
            <a:ext cx="517017" cy="706477"/>
            <a:chOff x="3425805" y="2951926"/>
            <a:chExt cx="517017" cy="706477"/>
          </a:xfrm>
        </p:grpSpPr>
        <p:pic>
          <p:nvPicPr>
            <p:cNvPr id="20" name="Object 66">
              <a:extLst>
                <a:ext uri="{FF2B5EF4-FFF2-40B4-BE49-F238E27FC236}">
                  <a16:creationId xmlns:a16="http://schemas.microsoft.com/office/drawing/2014/main" id="{9C4C9621-EEA2-EAA9-76DD-2FC03806F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900000">
              <a:off x="3425805" y="2951926"/>
              <a:ext cx="517017" cy="706477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89CD2D2-F0FB-C838-9CF2-0F35BC9EF85E}"/>
              </a:ext>
            </a:extLst>
          </p:cNvPr>
          <p:cNvSpPr txBox="1"/>
          <p:nvPr/>
        </p:nvSpPr>
        <p:spPr>
          <a:xfrm>
            <a:off x="2133600" y="2987297"/>
            <a:ext cx="2895600" cy="738664"/>
          </a:xfrm>
          <a:prstGeom prst="rect">
            <a:avLst/>
          </a:prstGeom>
          <a:solidFill>
            <a:srgbClr val="F8FF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어휘 및 표현 확인</a:t>
            </a:r>
            <a:endParaRPr lang="en-US" altLang="ko-KR" sz="28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9CC9445-F2D8-B687-4AE6-0D95D58326B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2" t="6247" r="10291" b="52992"/>
          <a:stretch/>
        </p:blipFill>
        <p:spPr>
          <a:xfrm>
            <a:off x="1934232" y="4076700"/>
            <a:ext cx="14549638" cy="502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6373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33" name="Object 32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944AB0B6-CF91-10C5-1CFB-03205EC8E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4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3" name="그룹 1003">
            <a:extLst>
              <a:ext uri="{FF2B5EF4-FFF2-40B4-BE49-F238E27FC236}">
                <a16:creationId xmlns:a16="http://schemas.microsoft.com/office/drawing/2014/main" id="{A0862FAC-893C-96E7-4317-2FD8AAB810BF}"/>
              </a:ext>
            </a:extLst>
          </p:cNvPr>
          <p:cNvGrpSpPr/>
          <p:nvPr/>
        </p:nvGrpSpPr>
        <p:grpSpPr>
          <a:xfrm>
            <a:off x="-21718" y="104792"/>
            <a:ext cx="18461538" cy="702645"/>
            <a:chOff x="-147214" y="1035720"/>
            <a:chExt cx="18461538" cy="702645"/>
          </a:xfrm>
        </p:grpSpPr>
        <p:pic>
          <p:nvPicPr>
            <p:cNvPr id="4" name="Object 8">
              <a:extLst>
                <a:ext uri="{FF2B5EF4-FFF2-40B4-BE49-F238E27FC236}">
                  <a16:creationId xmlns:a16="http://schemas.microsoft.com/office/drawing/2014/main" id="{94A98FEF-0B1E-A21C-D88E-59D8CEF41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47214" y="1035720"/>
              <a:ext cx="18461538" cy="702645"/>
            </a:xfrm>
            <a:prstGeom prst="rect">
              <a:avLst/>
            </a:prstGeom>
          </p:spPr>
        </p:pic>
      </p:grpSp>
      <p:pic>
        <p:nvPicPr>
          <p:cNvPr id="5" name="Object 53">
            <a:extLst>
              <a:ext uri="{FF2B5EF4-FFF2-40B4-BE49-F238E27FC236}">
                <a16:creationId xmlns:a16="http://schemas.microsoft.com/office/drawing/2014/main" id="{36A99ED1-B956-056E-B3AD-0DA3FFC1DAD2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097" y="-463382"/>
            <a:ext cx="2602404" cy="1838991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2D9E0529-6C32-00FB-3908-73594CD08E57}"/>
              </a:ext>
            </a:extLst>
          </p:cNvPr>
          <p:cNvGrpSpPr/>
          <p:nvPr/>
        </p:nvGrpSpPr>
        <p:grpSpPr>
          <a:xfrm>
            <a:off x="962845" y="1309057"/>
            <a:ext cx="1087474" cy="1009839"/>
            <a:chOff x="962845" y="1309057"/>
            <a:chExt cx="1087474" cy="1009839"/>
          </a:xfrm>
        </p:grpSpPr>
        <p:grpSp>
          <p:nvGrpSpPr>
            <p:cNvPr id="12" name="그룹 1003">
              <a:extLst>
                <a:ext uri="{FF2B5EF4-FFF2-40B4-BE49-F238E27FC236}">
                  <a16:creationId xmlns:a16="http://schemas.microsoft.com/office/drawing/2014/main" id="{B835F39C-E344-3F84-6D8E-D019FDF61C7A}"/>
                </a:ext>
              </a:extLst>
            </p:cNvPr>
            <p:cNvGrpSpPr/>
            <p:nvPr/>
          </p:nvGrpSpPr>
          <p:grpSpPr>
            <a:xfrm>
              <a:off x="962845" y="1309057"/>
              <a:ext cx="1087474" cy="1009839"/>
              <a:chOff x="962845" y="1309057"/>
              <a:chExt cx="1087474" cy="1009839"/>
            </a:xfrm>
          </p:grpSpPr>
          <p:pic>
            <p:nvPicPr>
              <p:cNvPr id="17" name="Object 8">
                <a:extLst>
                  <a:ext uri="{FF2B5EF4-FFF2-40B4-BE49-F238E27FC236}">
                    <a16:creationId xmlns:a16="http://schemas.microsoft.com/office/drawing/2014/main" id="{E7FE1623-4530-D7EF-D556-23BC512CB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62845" y="1309057"/>
                <a:ext cx="1087474" cy="1009839"/>
              </a:xfrm>
              <a:prstGeom prst="rect">
                <a:avLst/>
              </a:prstGeom>
            </p:spPr>
          </p:pic>
        </p:grpSp>
        <p:sp>
          <p:nvSpPr>
            <p:cNvPr id="15" name="Object 48">
              <a:extLst>
                <a:ext uri="{FF2B5EF4-FFF2-40B4-BE49-F238E27FC236}">
                  <a16:creationId xmlns:a16="http://schemas.microsoft.com/office/drawing/2014/main" id="{30462C60-A167-C0C5-E592-CDEB12227A9C}"/>
                </a:ext>
              </a:extLst>
            </p:cNvPr>
            <p:cNvSpPr txBox="1"/>
            <p:nvPr/>
          </p:nvSpPr>
          <p:spPr>
            <a:xfrm>
              <a:off x="1078010" y="1648480"/>
              <a:ext cx="857143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-Core Dream 6 Bold" pitchFamily="34" charset="0"/>
                  <a:ea typeface="+mn-ea"/>
                  <a:cs typeface="S-Core Dream 6 Bold" pitchFamily="34" charset="0"/>
                </a:rPr>
                <a:t>2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Object 49">
            <a:extLst>
              <a:ext uri="{FF2B5EF4-FFF2-40B4-BE49-F238E27FC236}">
                <a16:creationId xmlns:a16="http://schemas.microsoft.com/office/drawing/2014/main" id="{D1982E51-595B-2EA2-B59A-90936CB9A3B6}"/>
              </a:ext>
            </a:extLst>
          </p:cNvPr>
          <p:cNvSpPr txBox="1"/>
          <p:nvPr/>
        </p:nvSpPr>
        <p:spPr>
          <a:xfrm>
            <a:off x="2133600" y="1292304"/>
            <a:ext cx="12875783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읽기 유형 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10</a:t>
            </a: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의 문제 풀이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-Core Dream 6 Bold" panose="020B0703030302020204" pitchFamily="34" charset="-127"/>
              <a:ea typeface="S-Core Dream 6 Bold" panose="020B0703030302020204" pitchFamily="34" charset="-127"/>
              <a:cs typeface="+mn-cs"/>
            </a:endParaRPr>
          </a:p>
        </p:txBody>
      </p:sp>
      <p:grpSp>
        <p:nvGrpSpPr>
          <p:cNvPr id="20" name="그룹 1019">
            <a:extLst>
              <a:ext uri="{FF2B5EF4-FFF2-40B4-BE49-F238E27FC236}">
                <a16:creationId xmlns:a16="http://schemas.microsoft.com/office/drawing/2014/main" id="{61735D3E-07E2-132A-6BF6-E7899A9732DB}"/>
              </a:ext>
            </a:extLst>
          </p:cNvPr>
          <p:cNvGrpSpPr/>
          <p:nvPr/>
        </p:nvGrpSpPr>
        <p:grpSpPr>
          <a:xfrm>
            <a:off x="10744200" y="2133544"/>
            <a:ext cx="517017" cy="706477"/>
            <a:chOff x="3425805" y="2951926"/>
            <a:chExt cx="517017" cy="706477"/>
          </a:xfrm>
        </p:grpSpPr>
        <p:pic>
          <p:nvPicPr>
            <p:cNvPr id="21" name="Object 66">
              <a:extLst>
                <a:ext uri="{FF2B5EF4-FFF2-40B4-BE49-F238E27FC236}">
                  <a16:creationId xmlns:a16="http://schemas.microsoft.com/office/drawing/2014/main" id="{9411235C-E61A-4EB0-215C-7AC3A466A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900000">
              <a:off x="3425805" y="2951926"/>
              <a:ext cx="517017" cy="706477"/>
            </a:xfrm>
            <a:prstGeom prst="rect">
              <a:avLst/>
            </a:prstGeom>
          </p:spPr>
        </p:pic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F5FB6E92-0E51-652F-F30B-DA6D68994CD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3" t="56824" r="28119" b="4743"/>
          <a:stretch/>
        </p:blipFill>
        <p:spPr>
          <a:xfrm>
            <a:off x="2133600" y="4152900"/>
            <a:ext cx="12561454" cy="518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BE2C228-C4F4-E8B6-89F8-1C66AA619421}"/>
              </a:ext>
            </a:extLst>
          </p:cNvPr>
          <p:cNvSpPr txBox="1"/>
          <p:nvPr/>
        </p:nvSpPr>
        <p:spPr>
          <a:xfrm>
            <a:off x="2133600" y="2987297"/>
            <a:ext cx="2895600" cy="738664"/>
          </a:xfrm>
          <a:prstGeom prst="rect">
            <a:avLst/>
          </a:prstGeom>
          <a:solidFill>
            <a:srgbClr val="F8FF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어휘 및 표현 확인</a:t>
            </a:r>
            <a:endParaRPr lang="en-US" altLang="ko-KR" sz="28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3620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33" name="Object 32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944AB0B6-CF91-10C5-1CFB-03205EC8E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4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2" name="그룹 1003">
            <a:extLst>
              <a:ext uri="{FF2B5EF4-FFF2-40B4-BE49-F238E27FC236}">
                <a16:creationId xmlns:a16="http://schemas.microsoft.com/office/drawing/2014/main" id="{DB601EE1-5C65-6FB0-0F4D-CCDC6E8956C5}"/>
              </a:ext>
            </a:extLst>
          </p:cNvPr>
          <p:cNvGrpSpPr/>
          <p:nvPr/>
        </p:nvGrpSpPr>
        <p:grpSpPr>
          <a:xfrm>
            <a:off x="-21718" y="104792"/>
            <a:ext cx="18461538" cy="702645"/>
            <a:chOff x="-147214" y="1035720"/>
            <a:chExt cx="18461538" cy="702645"/>
          </a:xfrm>
        </p:grpSpPr>
        <p:pic>
          <p:nvPicPr>
            <p:cNvPr id="4" name="Object 8">
              <a:extLst>
                <a:ext uri="{FF2B5EF4-FFF2-40B4-BE49-F238E27FC236}">
                  <a16:creationId xmlns:a16="http://schemas.microsoft.com/office/drawing/2014/main" id="{6E1FBDF3-E519-22AF-4FBE-5459BCDA0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47214" y="1035720"/>
              <a:ext cx="18461538" cy="702645"/>
            </a:xfrm>
            <a:prstGeom prst="rect">
              <a:avLst/>
            </a:prstGeom>
          </p:spPr>
        </p:pic>
      </p:grpSp>
      <p:pic>
        <p:nvPicPr>
          <p:cNvPr id="5" name="Object 53">
            <a:extLst>
              <a:ext uri="{FF2B5EF4-FFF2-40B4-BE49-F238E27FC236}">
                <a16:creationId xmlns:a16="http://schemas.microsoft.com/office/drawing/2014/main" id="{E9B1020C-0F6C-3BBE-E621-3082A75F72E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097" y="-463382"/>
            <a:ext cx="2602404" cy="1838991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2C40B0C-6FCA-97AE-1EA2-03D00542421B}"/>
              </a:ext>
            </a:extLst>
          </p:cNvPr>
          <p:cNvGrpSpPr/>
          <p:nvPr/>
        </p:nvGrpSpPr>
        <p:grpSpPr>
          <a:xfrm>
            <a:off x="962845" y="1309057"/>
            <a:ext cx="1087474" cy="1009839"/>
            <a:chOff x="962845" y="1309057"/>
            <a:chExt cx="1087474" cy="1009839"/>
          </a:xfrm>
        </p:grpSpPr>
        <p:grpSp>
          <p:nvGrpSpPr>
            <p:cNvPr id="9" name="그룹 1003">
              <a:extLst>
                <a:ext uri="{FF2B5EF4-FFF2-40B4-BE49-F238E27FC236}">
                  <a16:creationId xmlns:a16="http://schemas.microsoft.com/office/drawing/2014/main" id="{5560EAA4-2AC1-35AE-47C8-545DF38F01BD}"/>
                </a:ext>
              </a:extLst>
            </p:cNvPr>
            <p:cNvGrpSpPr/>
            <p:nvPr/>
          </p:nvGrpSpPr>
          <p:grpSpPr>
            <a:xfrm>
              <a:off x="962845" y="1309057"/>
              <a:ext cx="1087474" cy="1009839"/>
              <a:chOff x="962845" y="1309057"/>
              <a:chExt cx="1087474" cy="1009839"/>
            </a:xfrm>
          </p:grpSpPr>
          <p:pic>
            <p:nvPicPr>
              <p:cNvPr id="12" name="Object 8">
                <a:extLst>
                  <a:ext uri="{FF2B5EF4-FFF2-40B4-BE49-F238E27FC236}">
                    <a16:creationId xmlns:a16="http://schemas.microsoft.com/office/drawing/2014/main" id="{928A8080-DDD1-21DB-9522-D15CF6D60D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62845" y="1309057"/>
                <a:ext cx="1087474" cy="1009839"/>
              </a:xfrm>
              <a:prstGeom prst="rect">
                <a:avLst/>
              </a:prstGeom>
            </p:spPr>
          </p:pic>
        </p:grpSp>
        <p:sp>
          <p:nvSpPr>
            <p:cNvPr id="11" name="Object 48">
              <a:extLst>
                <a:ext uri="{FF2B5EF4-FFF2-40B4-BE49-F238E27FC236}">
                  <a16:creationId xmlns:a16="http://schemas.microsoft.com/office/drawing/2014/main" id="{F8D6FA62-8403-5954-8A79-C965755A66DA}"/>
                </a:ext>
              </a:extLst>
            </p:cNvPr>
            <p:cNvSpPr txBox="1"/>
            <p:nvPr/>
          </p:nvSpPr>
          <p:spPr>
            <a:xfrm>
              <a:off x="1078010" y="1648480"/>
              <a:ext cx="857143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-Core Dream 6 Bold" pitchFamily="34" charset="0"/>
                  <a:ea typeface="+mn-ea"/>
                  <a:cs typeface="S-Core Dream 6 Bold" pitchFamily="34" charset="0"/>
                </a:rPr>
                <a:t>2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Object 49">
            <a:extLst>
              <a:ext uri="{FF2B5EF4-FFF2-40B4-BE49-F238E27FC236}">
                <a16:creationId xmlns:a16="http://schemas.microsoft.com/office/drawing/2014/main" id="{C9DF5BB9-48BD-6F29-9AF5-77CFAC4CACED}"/>
              </a:ext>
            </a:extLst>
          </p:cNvPr>
          <p:cNvSpPr txBox="1"/>
          <p:nvPr/>
        </p:nvSpPr>
        <p:spPr>
          <a:xfrm>
            <a:off x="2133600" y="1292304"/>
            <a:ext cx="12875783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읽기 유형 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10</a:t>
            </a: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의 문제 풀이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-Core Dream 6 Bold" panose="020B0703030302020204" pitchFamily="34" charset="-127"/>
              <a:ea typeface="S-Core Dream 6 Bold" panose="020B0703030302020204" pitchFamily="34" charset="-127"/>
              <a:cs typeface="+mn-cs"/>
            </a:endParaRPr>
          </a:p>
        </p:txBody>
      </p:sp>
      <p:grpSp>
        <p:nvGrpSpPr>
          <p:cNvPr id="17" name="그룹 1019">
            <a:extLst>
              <a:ext uri="{FF2B5EF4-FFF2-40B4-BE49-F238E27FC236}">
                <a16:creationId xmlns:a16="http://schemas.microsoft.com/office/drawing/2014/main" id="{F0C3FC6E-2C64-F126-5F90-C9D2D8C465D9}"/>
              </a:ext>
            </a:extLst>
          </p:cNvPr>
          <p:cNvGrpSpPr/>
          <p:nvPr/>
        </p:nvGrpSpPr>
        <p:grpSpPr>
          <a:xfrm>
            <a:off x="10744200" y="2133544"/>
            <a:ext cx="517017" cy="706477"/>
            <a:chOff x="3425805" y="2951926"/>
            <a:chExt cx="517017" cy="706477"/>
          </a:xfrm>
        </p:grpSpPr>
        <p:pic>
          <p:nvPicPr>
            <p:cNvPr id="19" name="Object 66">
              <a:extLst>
                <a:ext uri="{FF2B5EF4-FFF2-40B4-BE49-F238E27FC236}">
                  <a16:creationId xmlns:a16="http://schemas.microsoft.com/office/drawing/2014/main" id="{4556BBC6-D1E1-BD2A-C06E-E9CEFE103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900000">
              <a:off x="3425805" y="2951926"/>
              <a:ext cx="517017" cy="706477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1E8EA4D-E7B9-543D-ACD9-157EB85E69BA}"/>
              </a:ext>
            </a:extLst>
          </p:cNvPr>
          <p:cNvSpPr txBox="1"/>
          <p:nvPr/>
        </p:nvSpPr>
        <p:spPr>
          <a:xfrm>
            <a:off x="2133600" y="2987297"/>
            <a:ext cx="2286000" cy="738664"/>
          </a:xfrm>
          <a:prstGeom prst="rect">
            <a:avLst/>
          </a:prstGeom>
          <a:solidFill>
            <a:srgbClr val="F8FFFF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-Core Dream 5 Medium" panose="020B0503030302020204" pitchFamily="34" charset="-127"/>
                <a:ea typeface="S-Core Dream 5 Medium" panose="020B0503030302020204" pitchFamily="34" charset="-127"/>
                <a:cs typeface="+mn-cs"/>
              </a:rPr>
              <a:t>단계별 풀이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-Core Dream 5 Medium" panose="020B0503030302020204" pitchFamily="34" charset="-127"/>
              <a:ea typeface="S-Core Dream 5 Medium" panose="020B0503030302020204" pitchFamily="34" charset="-127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50C4E8F-3B88-B04A-8800-6E8F04FA8E4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05" t="38237" r="1941" b="18174"/>
          <a:stretch/>
        </p:blipFill>
        <p:spPr>
          <a:xfrm>
            <a:off x="8377437" y="3010157"/>
            <a:ext cx="4568292" cy="644935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B08A01C-C46A-B772-5EE7-1BA3645B393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05" t="10994" r="1941" b="62641"/>
          <a:stretch/>
        </p:blipFill>
        <p:spPr>
          <a:xfrm>
            <a:off x="2164080" y="4507595"/>
            <a:ext cx="4754103" cy="405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68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33" name="Object 32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944AB0B6-CF91-10C5-1CFB-03205EC8E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4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에스코어 드림 9 Black" panose="020B0A03030302020204" pitchFamily="34" charset="-127"/>
              <a:ea typeface="에스코어 드림 9 Black" panose="020B0A03030302020204" pitchFamily="34" charset="-127"/>
              <a:cs typeface="+mn-cs"/>
            </a:endParaRPr>
          </a:p>
        </p:txBody>
      </p:sp>
      <p:grpSp>
        <p:nvGrpSpPr>
          <p:cNvPr id="2" name="그룹 1003">
            <a:extLst>
              <a:ext uri="{FF2B5EF4-FFF2-40B4-BE49-F238E27FC236}">
                <a16:creationId xmlns:a16="http://schemas.microsoft.com/office/drawing/2014/main" id="{DB601EE1-5C65-6FB0-0F4D-CCDC6E8956C5}"/>
              </a:ext>
            </a:extLst>
          </p:cNvPr>
          <p:cNvGrpSpPr/>
          <p:nvPr/>
        </p:nvGrpSpPr>
        <p:grpSpPr>
          <a:xfrm>
            <a:off x="-21718" y="104792"/>
            <a:ext cx="18461538" cy="702645"/>
            <a:chOff x="-147214" y="1035720"/>
            <a:chExt cx="18461538" cy="702645"/>
          </a:xfrm>
        </p:grpSpPr>
        <p:pic>
          <p:nvPicPr>
            <p:cNvPr id="4" name="Object 8">
              <a:extLst>
                <a:ext uri="{FF2B5EF4-FFF2-40B4-BE49-F238E27FC236}">
                  <a16:creationId xmlns:a16="http://schemas.microsoft.com/office/drawing/2014/main" id="{6E1FBDF3-E519-22AF-4FBE-5459BCDA0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47214" y="1035720"/>
              <a:ext cx="18461538" cy="702645"/>
            </a:xfrm>
            <a:prstGeom prst="rect">
              <a:avLst/>
            </a:prstGeom>
          </p:spPr>
        </p:pic>
      </p:grpSp>
      <p:pic>
        <p:nvPicPr>
          <p:cNvPr id="5" name="Object 53">
            <a:extLst>
              <a:ext uri="{FF2B5EF4-FFF2-40B4-BE49-F238E27FC236}">
                <a16:creationId xmlns:a16="http://schemas.microsoft.com/office/drawing/2014/main" id="{E9B1020C-0F6C-3BBE-E621-3082A75F72E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097" y="-463382"/>
            <a:ext cx="2602404" cy="1838991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75E47D20-EE09-C8F6-C162-A6B8DEB10D21}"/>
              </a:ext>
            </a:extLst>
          </p:cNvPr>
          <p:cNvGrpSpPr/>
          <p:nvPr/>
        </p:nvGrpSpPr>
        <p:grpSpPr>
          <a:xfrm>
            <a:off x="962845" y="1309057"/>
            <a:ext cx="1087474" cy="1009839"/>
            <a:chOff x="962845" y="1309057"/>
            <a:chExt cx="1087474" cy="1009839"/>
          </a:xfrm>
        </p:grpSpPr>
        <p:grpSp>
          <p:nvGrpSpPr>
            <p:cNvPr id="11" name="그룹 1003">
              <a:extLst>
                <a:ext uri="{FF2B5EF4-FFF2-40B4-BE49-F238E27FC236}">
                  <a16:creationId xmlns:a16="http://schemas.microsoft.com/office/drawing/2014/main" id="{691A24BF-6188-0283-818F-A70B6EDB9561}"/>
                </a:ext>
              </a:extLst>
            </p:cNvPr>
            <p:cNvGrpSpPr/>
            <p:nvPr/>
          </p:nvGrpSpPr>
          <p:grpSpPr>
            <a:xfrm>
              <a:off x="962845" y="1309057"/>
              <a:ext cx="1087474" cy="1009839"/>
              <a:chOff x="962845" y="1309057"/>
              <a:chExt cx="1087474" cy="1009839"/>
            </a:xfrm>
          </p:grpSpPr>
          <p:pic>
            <p:nvPicPr>
              <p:cNvPr id="15" name="Object 8">
                <a:extLst>
                  <a:ext uri="{FF2B5EF4-FFF2-40B4-BE49-F238E27FC236}">
                    <a16:creationId xmlns:a16="http://schemas.microsoft.com/office/drawing/2014/main" id="{078FA5C9-8A84-7A93-7342-B693C43EE8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62845" y="1309057"/>
                <a:ext cx="1087474" cy="1009839"/>
              </a:xfrm>
              <a:prstGeom prst="rect">
                <a:avLst/>
              </a:prstGeom>
            </p:spPr>
          </p:pic>
        </p:grpSp>
        <p:sp>
          <p:nvSpPr>
            <p:cNvPr id="12" name="Object 48">
              <a:extLst>
                <a:ext uri="{FF2B5EF4-FFF2-40B4-BE49-F238E27FC236}">
                  <a16:creationId xmlns:a16="http://schemas.microsoft.com/office/drawing/2014/main" id="{75BE177E-3E31-174F-544A-DC39F19BED43}"/>
                </a:ext>
              </a:extLst>
            </p:cNvPr>
            <p:cNvSpPr txBox="1"/>
            <p:nvPr/>
          </p:nvSpPr>
          <p:spPr>
            <a:xfrm>
              <a:off x="1078010" y="1648480"/>
              <a:ext cx="857143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-Core Dream 6 Bold" pitchFamily="34" charset="0"/>
                  <a:ea typeface="+mn-ea"/>
                  <a:cs typeface="S-Core Dream 6 Bold" pitchFamily="34" charset="0"/>
                </a:rPr>
                <a:t>2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" name="Object 49">
            <a:extLst>
              <a:ext uri="{FF2B5EF4-FFF2-40B4-BE49-F238E27FC236}">
                <a16:creationId xmlns:a16="http://schemas.microsoft.com/office/drawing/2014/main" id="{22701D19-7D18-1DBC-6FC7-88DEFB06E41A}"/>
              </a:ext>
            </a:extLst>
          </p:cNvPr>
          <p:cNvSpPr txBox="1"/>
          <p:nvPr/>
        </p:nvSpPr>
        <p:spPr>
          <a:xfrm>
            <a:off x="2133600" y="1292304"/>
            <a:ext cx="12875783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읽기 유형 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10</a:t>
            </a: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의 문제 풀이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-Core Dream 6 Bold" panose="020B0703030302020204" pitchFamily="34" charset="-127"/>
              <a:ea typeface="S-Core Dream 6 Bold" panose="020B0703030302020204" pitchFamily="34" charset="-127"/>
              <a:cs typeface="+mn-cs"/>
            </a:endParaRPr>
          </a:p>
        </p:txBody>
      </p:sp>
      <p:grpSp>
        <p:nvGrpSpPr>
          <p:cNvPr id="19" name="그룹 1019">
            <a:extLst>
              <a:ext uri="{FF2B5EF4-FFF2-40B4-BE49-F238E27FC236}">
                <a16:creationId xmlns:a16="http://schemas.microsoft.com/office/drawing/2014/main" id="{892D2E62-67B9-BD99-8235-BA0E47997264}"/>
              </a:ext>
            </a:extLst>
          </p:cNvPr>
          <p:cNvGrpSpPr/>
          <p:nvPr/>
        </p:nvGrpSpPr>
        <p:grpSpPr>
          <a:xfrm>
            <a:off x="10744200" y="2133544"/>
            <a:ext cx="517017" cy="706477"/>
            <a:chOff x="3425805" y="2951926"/>
            <a:chExt cx="517017" cy="706477"/>
          </a:xfrm>
        </p:grpSpPr>
        <p:pic>
          <p:nvPicPr>
            <p:cNvPr id="20" name="Object 66">
              <a:extLst>
                <a:ext uri="{FF2B5EF4-FFF2-40B4-BE49-F238E27FC236}">
                  <a16:creationId xmlns:a16="http://schemas.microsoft.com/office/drawing/2014/main" id="{CF4D7770-94A6-1C7E-9923-F6FA79C83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900000">
              <a:off x="3425805" y="2951926"/>
              <a:ext cx="517017" cy="706477"/>
            </a:xfrm>
            <a:prstGeom prst="rect">
              <a:avLst/>
            </a:prstGeom>
          </p:spPr>
        </p:pic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8732FC8E-BD5E-C28D-BFF7-FAADC846F2B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05" t="38237" r="1941" b="18174"/>
          <a:stretch/>
        </p:blipFill>
        <p:spPr>
          <a:xfrm>
            <a:off x="1029472" y="5896862"/>
            <a:ext cx="2755463" cy="389006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4D77601-C9A4-19B9-983A-8E7B429D45B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05" t="10994" r="1941" b="62641"/>
          <a:stretch/>
        </p:blipFill>
        <p:spPr>
          <a:xfrm>
            <a:off x="1031961" y="3001682"/>
            <a:ext cx="2753351" cy="235107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8BAC872-D6A6-795A-65A6-86CA80859E9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" t="11455" r="29955" b="20829"/>
          <a:stretch/>
        </p:blipFill>
        <p:spPr>
          <a:xfrm>
            <a:off x="4190909" y="2954449"/>
            <a:ext cx="8027529" cy="709536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3B5A0E5-FE38-5E6C-972A-CBF5B5C0D6B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" t="78580" r="49890"/>
          <a:stretch/>
        </p:blipFill>
        <p:spPr>
          <a:xfrm>
            <a:off x="12393854" y="5489757"/>
            <a:ext cx="5724500" cy="2024750"/>
          </a:xfrm>
          <a:prstGeom prst="rect">
            <a:avLst/>
          </a:prstGeom>
        </p:spPr>
      </p:pic>
      <p:grpSp>
        <p:nvGrpSpPr>
          <p:cNvPr id="28" name="그룹 1024">
            <a:extLst>
              <a:ext uri="{FF2B5EF4-FFF2-40B4-BE49-F238E27FC236}">
                <a16:creationId xmlns:a16="http://schemas.microsoft.com/office/drawing/2014/main" id="{B8D673AF-E881-757B-B6A2-D2F8EFF91163}"/>
              </a:ext>
            </a:extLst>
          </p:cNvPr>
          <p:cNvGrpSpPr/>
          <p:nvPr/>
        </p:nvGrpSpPr>
        <p:grpSpPr>
          <a:xfrm flipH="1">
            <a:off x="12168983" y="2954448"/>
            <a:ext cx="49454" cy="6933751"/>
            <a:chOff x="12132144" y="247770"/>
            <a:chExt cx="35714" cy="10245514"/>
          </a:xfrm>
        </p:grpSpPr>
        <p:pic>
          <p:nvPicPr>
            <p:cNvPr id="29" name="Object 80">
              <a:extLst>
                <a:ext uri="{FF2B5EF4-FFF2-40B4-BE49-F238E27FC236}">
                  <a16:creationId xmlns:a16="http://schemas.microsoft.com/office/drawing/2014/main" id="{5FEF2E7F-81A4-9EA4-D908-97E0B3A02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5400000">
              <a:off x="7027244" y="5352670"/>
              <a:ext cx="10245514" cy="35714"/>
            </a:xfrm>
            <a:prstGeom prst="rect">
              <a:avLst/>
            </a:prstGeom>
          </p:spPr>
        </p:pic>
      </p:grpSp>
      <p:grpSp>
        <p:nvGrpSpPr>
          <p:cNvPr id="31" name="그룹 1024">
            <a:extLst>
              <a:ext uri="{FF2B5EF4-FFF2-40B4-BE49-F238E27FC236}">
                <a16:creationId xmlns:a16="http://schemas.microsoft.com/office/drawing/2014/main" id="{FD32112E-2B10-06F6-48A4-07C0BF658DC7}"/>
              </a:ext>
            </a:extLst>
          </p:cNvPr>
          <p:cNvGrpSpPr/>
          <p:nvPr/>
        </p:nvGrpSpPr>
        <p:grpSpPr>
          <a:xfrm>
            <a:off x="3973191" y="3001682"/>
            <a:ext cx="45719" cy="6812980"/>
            <a:chOff x="12132144" y="247770"/>
            <a:chExt cx="35714" cy="10245514"/>
          </a:xfrm>
        </p:grpSpPr>
        <p:pic>
          <p:nvPicPr>
            <p:cNvPr id="32" name="Object 80">
              <a:extLst>
                <a:ext uri="{FF2B5EF4-FFF2-40B4-BE49-F238E27FC236}">
                  <a16:creationId xmlns:a16="http://schemas.microsoft.com/office/drawing/2014/main" id="{D47DA7AE-4EF5-8E3C-F616-01BACC137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5400000">
              <a:off x="7027244" y="5352670"/>
              <a:ext cx="10245514" cy="35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3335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1001">
            <a:extLst>
              <a:ext uri="{FF2B5EF4-FFF2-40B4-BE49-F238E27FC236}">
                <a16:creationId xmlns:a16="http://schemas.microsoft.com/office/drawing/2014/main" id="{600B85E6-C7D2-07B8-929E-10559F93D68E}"/>
              </a:ext>
            </a:extLst>
          </p:cNvPr>
          <p:cNvGrpSpPr/>
          <p:nvPr/>
        </p:nvGrpSpPr>
        <p:grpSpPr>
          <a:xfrm>
            <a:off x="-35714" y="-23552"/>
            <a:ext cx="18285714" cy="10285714"/>
            <a:chOff x="0" y="0"/>
            <a:chExt cx="18285714" cy="10285714"/>
          </a:xfrm>
        </p:grpSpPr>
        <p:pic>
          <p:nvPicPr>
            <p:cNvPr id="7" name="Object 2">
              <a:extLst>
                <a:ext uri="{FF2B5EF4-FFF2-40B4-BE49-F238E27FC236}">
                  <a16:creationId xmlns:a16="http://schemas.microsoft.com/office/drawing/2014/main" id="{534B015C-5BF6-1BB8-F774-84DBDEDC9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8" name="그룹 1003">
            <a:extLst>
              <a:ext uri="{FF2B5EF4-FFF2-40B4-BE49-F238E27FC236}">
                <a16:creationId xmlns:a16="http://schemas.microsoft.com/office/drawing/2014/main" id="{4E816D24-9134-D811-86FB-28C1A287DD6B}"/>
              </a:ext>
            </a:extLst>
          </p:cNvPr>
          <p:cNvGrpSpPr/>
          <p:nvPr/>
        </p:nvGrpSpPr>
        <p:grpSpPr>
          <a:xfrm>
            <a:off x="12084927" y="5563595"/>
            <a:ext cx="1434388" cy="150000"/>
            <a:chOff x="12067859" y="3950941"/>
            <a:chExt cx="1434388" cy="150000"/>
          </a:xfrm>
        </p:grpSpPr>
        <p:pic>
          <p:nvPicPr>
            <p:cNvPr id="16" name="Object 8">
              <a:extLst>
                <a:ext uri="{FF2B5EF4-FFF2-40B4-BE49-F238E27FC236}">
                  <a16:creationId xmlns:a16="http://schemas.microsoft.com/office/drawing/2014/main" id="{8D9FAE5A-370D-622B-69CE-947FDBB78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67859" y="3950941"/>
              <a:ext cx="1434388" cy="150000"/>
            </a:xfrm>
            <a:prstGeom prst="rect">
              <a:avLst/>
            </a:prstGeom>
          </p:spPr>
        </p:pic>
      </p:grpSp>
      <p:grpSp>
        <p:nvGrpSpPr>
          <p:cNvPr id="26" name="그룹 1004">
            <a:extLst>
              <a:ext uri="{FF2B5EF4-FFF2-40B4-BE49-F238E27FC236}">
                <a16:creationId xmlns:a16="http://schemas.microsoft.com/office/drawing/2014/main" id="{CF93FA21-45CB-6AF6-CB9A-AAC143E9752B}"/>
              </a:ext>
            </a:extLst>
          </p:cNvPr>
          <p:cNvGrpSpPr/>
          <p:nvPr/>
        </p:nvGrpSpPr>
        <p:grpSpPr>
          <a:xfrm>
            <a:off x="10797831" y="2485914"/>
            <a:ext cx="1434388" cy="150000"/>
            <a:chOff x="10797831" y="2485914"/>
            <a:chExt cx="1434388" cy="150000"/>
          </a:xfrm>
        </p:grpSpPr>
        <p:pic>
          <p:nvPicPr>
            <p:cNvPr id="28" name="Object 11">
              <a:extLst>
                <a:ext uri="{FF2B5EF4-FFF2-40B4-BE49-F238E27FC236}">
                  <a16:creationId xmlns:a16="http://schemas.microsoft.com/office/drawing/2014/main" id="{517FC7A3-65A3-5D8D-3DA1-26E831F62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97831" y="2485914"/>
              <a:ext cx="1434388" cy="150000"/>
            </a:xfrm>
            <a:prstGeom prst="rect">
              <a:avLst/>
            </a:prstGeom>
          </p:spPr>
        </p:pic>
      </p:grpSp>
      <p:grpSp>
        <p:nvGrpSpPr>
          <p:cNvPr id="29" name="그룹 1005">
            <a:extLst>
              <a:ext uri="{FF2B5EF4-FFF2-40B4-BE49-F238E27FC236}">
                <a16:creationId xmlns:a16="http://schemas.microsoft.com/office/drawing/2014/main" id="{FFC645EF-E906-A1F4-DA4E-E4C86E2F5115}"/>
              </a:ext>
            </a:extLst>
          </p:cNvPr>
          <p:cNvGrpSpPr/>
          <p:nvPr/>
        </p:nvGrpSpPr>
        <p:grpSpPr>
          <a:xfrm>
            <a:off x="10768301" y="8389143"/>
            <a:ext cx="1434388" cy="150000"/>
            <a:chOff x="10795376" y="5797944"/>
            <a:chExt cx="1434388" cy="150000"/>
          </a:xfrm>
        </p:grpSpPr>
        <p:pic>
          <p:nvPicPr>
            <p:cNvPr id="30" name="Object 14">
              <a:extLst>
                <a:ext uri="{FF2B5EF4-FFF2-40B4-BE49-F238E27FC236}">
                  <a16:creationId xmlns:a16="http://schemas.microsoft.com/office/drawing/2014/main" id="{B3715DB0-7331-1233-3E12-D45DB83B8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95376" y="5797944"/>
              <a:ext cx="1434388" cy="150000"/>
            </a:xfrm>
            <a:prstGeom prst="rect">
              <a:avLst/>
            </a:prstGeom>
          </p:spPr>
        </p:pic>
      </p:grpSp>
      <p:sp>
        <p:nvSpPr>
          <p:cNvPr id="32" name="Object 17">
            <a:extLst>
              <a:ext uri="{FF2B5EF4-FFF2-40B4-BE49-F238E27FC236}">
                <a16:creationId xmlns:a16="http://schemas.microsoft.com/office/drawing/2014/main" id="{67E5B829-9B6E-37B1-B27E-E8EE62BB7EE8}"/>
              </a:ext>
            </a:extLst>
          </p:cNvPr>
          <p:cNvSpPr txBox="1"/>
          <p:nvPr/>
        </p:nvSpPr>
        <p:spPr>
          <a:xfrm>
            <a:off x="832825" y="2025512"/>
            <a:ext cx="3947225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9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4</a:t>
            </a:r>
            <a:r>
              <a:rPr lang="ko-KR" altLang="en-US" sz="9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차시</a:t>
            </a:r>
            <a:endParaRPr lang="en-US" altLang="ko-KR" sz="9000" dirty="0">
              <a:solidFill>
                <a:srgbClr val="000000"/>
              </a:solidFill>
              <a:latin typeface="S-Core Dream 6 Bold" panose="020B0703030302020204" pitchFamily="34" charset="-127"/>
              <a:ea typeface="S-Core Dream 6 Bold" panose="020B0703030302020204" pitchFamily="34" charset="-127"/>
              <a:cs typeface="S-Core Dream 6 Bold" pitchFamily="34" charset="0"/>
            </a:endParaRPr>
          </a:p>
          <a:p>
            <a:r>
              <a:rPr lang="ko-KR" altLang="en-US" sz="9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정리</a:t>
            </a:r>
            <a:endParaRPr lang="en-US" dirty="0">
              <a:latin typeface="S-Core Dream 6 Bold" panose="020B0703030302020204" pitchFamily="34" charset="-127"/>
              <a:ea typeface="S-Core Dream 6 Bold" panose="020B0703030302020204" pitchFamily="34" charset="-127"/>
            </a:endParaRPr>
          </a:p>
        </p:txBody>
      </p:sp>
      <p:grpSp>
        <p:nvGrpSpPr>
          <p:cNvPr id="33" name="그룹 1007">
            <a:extLst>
              <a:ext uri="{FF2B5EF4-FFF2-40B4-BE49-F238E27FC236}">
                <a16:creationId xmlns:a16="http://schemas.microsoft.com/office/drawing/2014/main" id="{134BD415-6C4B-685D-3927-55F79CF0983C}"/>
              </a:ext>
            </a:extLst>
          </p:cNvPr>
          <p:cNvGrpSpPr/>
          <p:nvPr/>
        </p:nvGrpSpPr>
        <p:grpSpPr>
          <a:xfrm>
            <a:off x="6677212" y="2099691"/>
            <a:ext cx="5013829" cy="3084459"/>
            <a:chOff x="6677212" y="2099691"/>
            <a:chExt cx="5013829" cy="2806517"/>
          </a:xfrm>
        </p:grpSpPr>
        <p:pic>
          <p:nvPicPr>
            <p:cNvPr id="34" name="Object 21">
              <a:extLst>
                <a:ext uri="{FF2B5EF4-FFF2-40B4-BE49-F238E27FC236}">
                  <a16:creationId xmlns:a16="http://schemas.microsoft.com/office/drawing/2014/main" id="{49406AA7-EC16-F40A-A35D-8DF3CFC93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7212" y="2099691"/>
              <a:ext cx="5013829" cy="2806517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57B2479-73D3-F907-9FE1-D7B3AAA45A95}"/>
              </a:ext>
            </a:extLst>
          </p:cNvPr>
          <p:cNvGrpSpPr/>
          <p:nvPr/>
        </p:nvGrpSpPr>
        <p:grpSpPr>
          <a:xfrm>
            <a:off x="6972072" y="2446085"/>
            <a:ext cx="4343856" cy="492954"/>
            <a:chOff x="7199741" y="2348019"/>
            <a:chExt cx="4343856" cy="492954"/>
          </a:xfrm>
        </p:grpSpPr>
        <p:grpSp>
          <p:nvGrpSpPr>
            <p:cNvPr id="36" name="그룹 1008">
              <a:extLst>
                <a:ext uri="{FF2B5EF4-FFF2-40B4-BE49-F238E27FC236}">
                  <a16:creationId xmlns:a16="http://schemas.microsoft.com/office/drawing/2014/main" id="{A81A6042-087B-C799-8006-F9D5FE380225}"/>
                </a:ext>
              </a:extLst>
            </p:cNvPr>
            <p:cNvGrpSpPr/>
            <p:nvPr/>
          </p:nvGrpSpPr>
          <p:grpSpPr>
            <a:xfrm>
              <a:off x="7199741" y="2348019"/>
              <a:ext cx="4343856" cy="492954"/>
              <a:chOff x="8744329" y="2348019"/>
              <a:chExt cx="2799268" cy="498334"/>
            </a:xfrm>
          </p:grpSpPr>
          <p:pic>
            <p:nvPicPr>
              <p:cNvPr id="38" name="Object 24">
                <a:extLst>
                  <a:ext uri="{FF2B5EF4-FFF2-40B4-BE49-F238E27FC236}">
                    <a16:creationId xmlns:a16="http://schemas.microsoft.com/office/drawing/2014/main" id="{8BEB7F24-28C9-440F-99DD-01DF81B49B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744329" y="2348019"/>
                <a:ext cx="2799268" cy="498334"/>
              </a:xfrm>
              <a:prstGeom prst="rect">
                <a:avLst/>
              </a:prstGeom>
            </p:spPr>
          </p:pic>
        </p:grpSp>
        <p:sp>
          <p:nvSpPr>
            <p:cNvPr id="37" name="Object 31">
              <a:extLst>
                <a:ext uri="{FF2B5EF4-FFF2-40B4-BE49-F238E27FC236}">
                  <a16:creationId xmlns:a16="http://schemas.microsoft.com/office/drawing/2014/main" id="{4D562F46-66E6-A6EC-AACC-42A5714F454C}"/>
                </a:ext>
              </a:extLst>
            </p:cNvPr>
            <p:cNvSpPr txBox="1"/>
            <p:nvPr/>
          </p:nvSpPr>
          <p:spPr>
            <a:xfrm>
              <a:off x="7199741" y="2399743"/>
              <a:ext cx="4324902" cy="400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rgbClr val="FFFFFF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  <a:cs typeface="S-Core Dream 6 Bold" pitchFamily="34" charset="0"/>
                </a:rPr>
                <a:t>읽기 유형 </a:t>
              </a:r>
              <a:r>
                <a:rPr lang="en-US" altLang="ko-KR" sz="2000" dirty="0">
                  <a:solidFill>
                    <a:srgbClr val="FFFFFF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  <a:cs typeface="S-Core Dream 6 Bold" pitchFamily="34" charset="0"/>
                </a:rPr>
                <a:t>10 </a:t>
              </a:r>
              <a:r>
                <a:rPr lang="ko-KR" altLang="en-US" sz="2000" dirty="0">
                  <a:solidFill>
                    <a:srgbClr val="FFFFFF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  <a:cs typeface="S-Core Dream 6 Bold" pitchFamily="34" charset="0"/>
                </a:rPr>
                <a:t>분석</a:t>
              </a:r>
              <a:r>
                <a:rPr lang="en-US" altLang="ko-KR" sz="2000" dirty="0">
                  <a:solidFill>
                    <a:srgbClr val="FFFFFF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  <a:cs typeface="S-Core Dream 6 Bold" pitchFamily="34" charset="0"/>
                </a:rPr>
                <a:t>/ </a:t>
              </a:r>
              <a:r>
                <a:rPr lang="ko-KR" altLang="en-US" sz="2000" dirty="0">
                  <a:solidFill>
                    <a:srgbClr val="FFFFFF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  <a:cs typeface="S-Core Dream 6 Bold" pitchFamily="34" charset="0"/>
                </a:rPr>
                <a:t>어휘 학습</a:t>
              </a:r>
              <a:endParaRPr lang="en-US" dirty="0"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</p:grpSp>
      <p:grpSp>
        <p:nvGrpSpPr>
          <p:cNvPr id="39" name="그룹 1013">
            <a:extLst>
              <a:ext uri="{FF2B5EF4-FFF2-40B4-BE49-F238E27FC236}">
                <a16:creationId xmlns:a16="http://schemas.microsoft.com/office/drawing/2014/main" id="{34CF8921-55AC-E73E-4666-80B652B3A42A}"/>
              </a:ext>
            </a:extLst>
          </p:cNvPr>
          <p:cNvGrpSpPr/>
          <p:nvPr/>
        </p:nvGrpSpPr>
        <p:grpSpPr>
          <a:xfrm>
            <a:off x="6677212" y="7327901"/>
            <a:ext cx="5013829" cy="2387599"/>
            <a:chOff x="6677212" y="5376639"/>
            <a:chExt cx="5013829" cy="2806517"/>
          </a:xfrm>
        </p:grpSpPr>
        <p:pic>
          <p:nvPicPr>
            <p:cNvPr id="40" name="Object 43">
              <a:extLst>
                <a:ext uri="{FF2B5EF4-FFF2-40B4-BE49-F238E27FC236}">
                  <a16:creationId xmlns:a16="http://schemas.microsoft.com/office/drawing/2014/main" id="{4D1E1D2A-96FF-89A1-544D-3E3D41A30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7212" y="5376639"/>
              <a:ext cx="5013829" cy="2806517"/>
            </a:xfrm>
            <a:prstGeom prst="rect">
              <a:avLst/>
            </a:prstGeom>
          </p:spPr>
        </p:pic>
      </p:grpSp>
      <p:grpSp>
        <p:nvGrpSpPr>
          <p:cNvPr id="41" name="그룹 1016">
            <a:extLst>
              <a:ext uri="{FF2B5EF4-FFF2-40B4-BE49-F238E27FC236}">
                <a16:creationId xmlns:a16="http://schemas.microsoft.com/office/drawing/2014/main" id="{DF7F4F35-9B94-CCA1-505F-C9C67B592F1A}"/>
              </a:ext>
            </a:extLst>
          </p:cNvPr>
          <p:cNvGrpSpPr/>
          <p:nvPr/>
        </p:nvGrpSpPr>
        <p:grpSpPr>
          <a:xfrm>
            <a:off x="12869948" y="4310338"/>
            <a:ext cx="5013829" cy="3017564"/>
            <a:chOff x="12581351" y="3517732"/>
            <a:chExt cx="5013829" cy="2806517"/>
          </a:xfrm>
        </p:grpSpPr>
        <p:pic>
          <p:nvPicPr>
            <p:cNvPr id="42" name="Object 54">
              <a:extLst>
                <a:ext uri="{FF2B5EF4-FFF2-40B4-BE49-F238E27FC236}">
                  <a16:creationId xmlns:a16="http://schemas.microsoft.com/office/drawing/2014/main" id="{066412DD-934D-747C-8866-18490173F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81351" y="3517732"/>
              <a:ext cx="5013829" cy="2806517"/>
            </a:xfrm>
            <a:prstGeom prst="rect">
              <a:avLst/>
            </a:prstGeom>
          </p:spPr>
        </p:pic>
      </p:grpSp>
      <p:grpSp>
        <p:nvGrpSpPr>
          <p:cNvPr id="43" name="그룹 1024">
            <a:extLst>
              <a:ext uri="{FF2B5EF4-FFF2-40B4-BE49-F238E27FC236}">
                <a16:creationId xmlns:a16="http://schemas.microsoft.com/office/drawing/2014/main" id="{36A9204C-3DEB-C612-C921-D1613F73106D}"/>
              </a:ext>
            </a:extLst>
          </p:cNvPr>
          <p:cNvGrpSpPr/>
          <p:nvPr/>
        </p:nvGrpSpPr>
        <p:grpSpPr>
          <a:xfrm>
            <a:off x="12132144" y="247770"/>
            <a:ext cx="35714" cy="10245514"/>
            <a:chOff x="12132144" y="247770"/>
            <a:chExt cx="35714" cy="10245514"/>
          </a:xfrm>
        </p:grpSpPr>
        <p:pic>
          <p:nvPicPr>
            <p:cNvPr id="45" name="Object 80">
              <a:extLst>
                <a:ext uri="{FF2B5EF4-FFF2-40B4-BE49-F238E27FC236}">
                  <a16:creationId xmlns:a16="http://schemas.microsoft.com/office/drawing/2014/main" id="{74D6D2BE-DA2C-FC0D-8BD3-7539C606E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5400000">
              <a:off x="7027244" y="5352670"/>
              <a:ext cx="10245514" cy="35714"/>
            </a:xfrm>
            <a:prstGeom prst="rect">
              <a:avLst/>
            </a:prstGeom>
          </p:spPr>
        </p:pic>
      </p:grpSp>
      <p:grpSp>
        <p:nvGrpSpPr>
          <p:cNvPr id="46" name="그룹 1025">
            <a:extLst>
              <a:ext uri="{FF2B5EF4-FFF2-40B4-BE49-F238E27FC236}">
                <a16:creationId xmlns:a16="http://schemas.microsoft.com/office/drawing/2014/main" id="{47A69233-CF2C-4F0E-5F74-0E52EDEBDD2B}"/>
              </a:ext>
            </a:extLst>
          </p:cNvPr>
          <p:cNvGrpSpPr/>
          <p:nvPr/>
        </p:nvGrpSpPr>
        <p:grpSpPr>
          <a:xfrm>
            <a:off x="3363656" y="3977629"/>
            <a:ext cx="517017" cy="706477"/>
            <a:chOff x="3367065" y="4242059"/>
            <a:chExt cx="517017" cy="706477"/>
          </a:xfrm>
        </p:grpSpPr>
        <p:pic>
          <p:nvPicPr>
            <p:cNvPr id="47" name="Object 83">
              <a:extLst>
                <a:ext uri="{FF2B5EF4-FFF2-40B4-BE49-F238E27FC236}">
                  <a16:creationId xmlns:a16="http://schemas.microsoft.com/office/drawing/2014/main" id="{2F8BCBCF-9554-F31E-F530-6F4F4AEDD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900000">
              <a:off x="3367065" y="4242059"/>
              <a:ext cx="517017" cy="706477"/>
            </a:xfrm>
            <a:prstGeom prst="rect">
              <a:avLst/>
            </a:prstGeom>
          </p:spPr>
        </p:pic>
      </p:grpSp>
      <p:grpSp>
        <p:nvGrpSpPr>
          <p:cNvPr id="48" name="그룹 1003">
            <a:extLst>
              <a:ext uri="{FF2B5EF4-FFF2-40B4-BE49-F238E27FC236}">
                <a16:creationId xmlns:a16="http://schemas.microsoft.com/office/drawing/2014/main" id="{FA3CD849-D39F-4A9B-A10B-E0197DB5ED56}"/>
              </a:ext>
            </a:extLst>
          </p:cNvPr>
          <p:cNvGrpSpPr/>
          <p:nvPr/>
        </p:nvGrpSpPr>
        <p:grpSpPr>
          <a:xfrm>
            <a:off x="-21718" y="104792"/>
            <a:ext cx="18461538" cy="702645"/>
            <a:chOff x="-147214" y="1035720"/>
            <a:chExt cx="18461538" cy="702645"/>
          </a:xfrm>
        </p:grpSpPr>
        <p:pic>
          <p:nvPicPr>
            <p:cNvPr id="49" name="Object 8">
              <a:extLst>
                <a:ext uri="{FF2B5EF4-FFF2-40B4-BE49-F238E27FC236}">
                  <a16:creationId xmlns:a16="http://schemas.microsoft.com/office/drawing/2014/main" id="{DCA09896-28DA-026A-01FA-EB87F61F6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-147214" y="1035720"/>
              <a:ext cx="18461538" cy="702645"/>
            </a:xfrm>
            <a:prstGeom prst="rect">
              <a:avLst/>
            </a:prstGeom>
          </p:spPr>
        </p:pic>
      </p:grpSp>
      <p:pic>
        <p:nvPicPr>
          <p:cNvPr id="50" name="Object 53">
            <a:extLst>
              <a:ext uri="{FF2B5EF4-FFF2-40B4-BE49-F238E27FC236}">
                <a16:creationId xmlns:a16="http://schemas.microsoft.com/office/drawing/2014/main" id="{CE16A703-F55C-09FF-D59C-CC2B3B03E358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6097" y="-463382"/>
            <a:ext cx="2602404" cy="1838991"/>
          </a:xfrm>
          <a:prstGeom prst="rect">
            <a:avLst/>
          </a:prstGeom>
        </p:spPr>
      </p:pic>
      <p:grpSp>
        <p:nvGrpSpPr>
          <p:cNvPr id="51" name="그룹 1008">
            <a:extLst>
              <a:ext uri="{FF2B5EF4-FFF2-40B4-BE49-F238E27FC236}">
                <a16:creationId xmlns:a16="http://schemas.microsoft.com/office/drawing/2014/main" id="{1253F8B0-E86D-CEB2-6034-80D9C0955BDE}"/>
              </a:ext>
            </a:extLst>
          </p:cNvPr>
          <p:cNvGrpSpPr/>
          <p:nvPr/>
        </p:nvGrpSpPr>
        <p:grpSpPr>
          <a:xfrm>
            <a:off x="13135268" y="4544268"/>
            <a:ext cx="4343856" cy="492954"/>
            <a:chOff x="8744329" y="2348019"/>
            <a:chExt cx="2799268" cy="498334"/>
          </a:xfrm>
        </p:grpSpPr>
        <p:pic>
          <p:nvPicPr>
            <p:cNvPr id="52" name="Object 24">
              <a:extLst>
                <a:ext uri="{FF2B5EF4-FFF2-40B4-BE49-F238E27FC236}">
                  <a16:creationId xmlns:a16="http://schemas.microsoft.com/office/drawing/2014/main" id="{06B1839F-11DD-A87A-AF75-85B0FE36F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44329" y="2348019"/>
              <a:ext cx="2799268" cy="498334"/>
            </a:xfrm>
            <a:prstGeom prst="rect">
              <a:avLst/>
            </a:prstGeom>
          </p:spPr>
        </p:pic>
      </p:grpSp>
      <p:sp>
        <p:nvSpPr>
          <p:cNvPr id="53" name="Object 31">
            <a:extLst>
              <a:ext uri="{FF2B5EF4-FFF2-40B4-BE49-F238E27FC236}">
                <a16:creationId xmlns:a16="http://schemas.microsoft.com/office/drawing/2014/main" id="{0C2D8145-236E-9732-1FF8-9B22B460FB5C}"/>
              </a:ext>
            </a:extLst>
          </p:cNvPr>
          <p:cNvSpPr txBox="1"/>
          <p:nvPr/>
        </p:nvSpPr>
        <p:spPr>
          <a:xfrm>
            <a:off x="13283659" y="4563993"/>
            <a:ext cx="3850611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2000" dirty="0">
                <a:solidFill>
                  <a:srgbClr val="FFFFFF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  <a:cs typeface="S-Core Dream 6 Bold" pitchFamily="34" charset="0"/>
              </a:rPr>
              <a:t>읽기 유형 </a:t>
            </a:r>
            <a:r>
              <a:rPr lang="en-US" altLang="ko-KR" sz="2000" dirty="0">
                <a:solidFill>
                  <a:srgbClr val="FFFFFF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  <a:cs typeface="S-Core Dream 6 Bold" pitchFamily="34" charset="0"/>
              </a:rPr>
              <a:t>10 </a:t>
            </a:r>
            <a:r>
              <a:rPr lang="ko-KR" altLang="en-US" sz="2000" dirty="0">
                <a:solidFill>
                  <a:srgbClr val="FFFFFF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  <a:cs typeface="S-Core Dream 6 Bold" pitchFamily="34" charset="0"/>
              </a:rPr>
              <a:t>문제 확인</a:t>
            </a:r>
            <a:endParaRPr lang="en-US" sz="20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C0F9D4C-B716-6609-6948-CD6B0CDBF3B5}"/>
              </a:ext>
            </a:extLst>
          </p:cNvPr>
          <p:cNvGrpSpPr/>
          <p:nvPr/>
        </p:nvGrpSpPr>
        <p:grpSpPr>
          <a:xfrm>
            <a:off x="6953118" y="7698797"/>
            <a:ext cx="4343856" cy="492954"/>
            <a:chOff x="7199741" y="2348019"/>
            <a:chExt cx="4343856" cy="492954"/>
          </a:xfrm>
        </p:grpSpPr>
        <p:grpSp>
          <p:nvGrpSpPr>
            <p:cNvPr id="56" name="그룹 1008">
              <a:extLst>
                <a:ext uri="{FF2B5EF4-FFF2-40B4-BE49-F238E27FC236}">
                  <a16:creationId xmlns:a16="http://schemas.microsoft.com/office/drawing/2014/main" id="{CD0A4450-6616-C77F-709F-FC49F818D0F6}"/>
                </a:ext>
              </a:extLst>
            </p:cNvPr>
            <p:cNvGrpSpPr/>
            <p:nvPr/>
          </p:nvGrpSpPr>
          <p:grpSpPr>
            <a:xfrm>
              <a:off x="7199741" y="2348019"/>
              <a:ext cx="4343856" cy="492954"/>
              <a:chOff x="8744329" y="2348019"/>
              <a:chExt cx="2799268" cy="498334"/>
            </a:xfrm>
          </p:grpSpPr>
          <p:pic>
            <p:nvPicPr>
              <p:cNvPr id="58" name="Object 24">
                <a:extLst>
                  <a:ext uri="{FF2B5EF4-FFF2-40B4-BE49-F238E27FC236}">
                    <a16:creationId xmlns:a16="http://schemas.microsoft.com/office/drawing/2014/main" id="{76B618BF-9BA7-E4A5-9890-F05C89B41F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744329" y="2348019"/>
                <a:ext cx="2799268" cy="498334"/>
              </a:xfrm>
              <a:prstGeom prst="rect">
                <a:avLst/>
              </a:prstGeom>
            </p:spPr>
          </p:pic>
        </p:grpSp>
        <p:sp>
          <p:nvSpPr>
            <p:cNvPr id="57" name="Object 31">
              <a:extLst>
                <a:ext uri="{FF2B5EF4-FFF2-40B4-BE49-F238E27FC236}">
                  <a16:creationId xmlns:a16="http://schemas.microsoft.com/office/drawing/2014/main" id="{4481271D-6FB3-A909-7BE2-39A96D935F03}"/>
                </a:ext>
              </a:extLst>
            </p:cNvPr>
            <p:cNvSpPr txBox="1"/>
            <p:nvPr/>
          </p:nvSpPr>
          <p:spPr>
            <a:xfrm>
              <a:off x="7446363" y="2399743"/>
              <a:ext cx="3850611" cy="400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단계에 따라 풀기</a:t>
              </a:r>
              <a:endParaRPr lang="en-US" sz="2000" dirty="0">
                <a:solidFill>
                  <a:schemeClr val="bg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</p:grpSp>
      <p:sp>
        <p:nvSpPr>
          <p:cNvPr id="59" name="Object 30">
            <a:extLst>
              <a:ext uri="{FF2B5EF4-FFF2-40B4-BE49-F238E27FC236}">
                <a16:creationId xmlns:a16="http://schemas.microsoft.com/office/drawing/2014/main" id="{85E67895-19DF-F42D-DE50-CE22A8FF19A6}"/>
              </a:ext>
            </a:extLst>
          </p:cNvPr>
          <p:cNvSpPr txBox="1"/>
          <p:nvPr/>
        </p:nvSpPr>
        <p:spPr>
          <a:xfrm>
            <a:off x="6710527" y="3092960"/>
            <a:ext cx="4980514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유형 확인</a:t>
            </a:r>
            <a:r>
              <a:rPr lang="en-US" altLang="ko-KR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/ </a:t>
            </a:r>
            <a:r>
              <a:rPr lang="ko-KR" altLang="en-US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설명 </a:t>
            </a:r>
            <a:r>
              <a:rPr lang="en-US" altLang="ko-KR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관련 어휘 학습</a:t>
            </a:r>
            <a:endParaRPr lang="en-US" altLang="ko-KR" sz="2000" dirty="0">
              <a:solidFill>
                <a:srgbClr val="000000"/>
              </a:solidFill>
              <a:latin typeface="S-Core Dream 4 Regular" panose="020B0503030302020204" pitchFamily="34" charset="-127"/>
              <a:ea typeface="S-Core Dream 4 Regular" panose="020B0503030302020204" pitchFamily="34" charset="-127"/>
              <a:cs typeface="S-Core Dream 5 Medium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문제 확인</a:t>
            </a:r>
            <a:endParaRPr lang="en-US" altLang="ko-KR" sz="2000" dirty="0">
              <a:solidFill>
                <a:srgbClr val="000000"/>
              </a:solidFill>
              <a:latin typeface="S-Core Dream 4 Regular" panose="020B0503030302020204" pitchFamily="34" charset="-127"/>
              <a:ea typeface="S-Core Dream 4 Regular" panose="020B0503030302020204" pitchFamily="34" charset="-127"/>
              <a:cs typeface="S-Core Dream 5 Medium" pitchFamily="34" charset="0"/>
            </a:endParaRPr>
          </a:p>
        </p:txBody>
      </p:sp>
      <p:sp>
        <p:nvSpPr>
          <p:cNvPr id="60" name="Object 30">
            <a:extLst>
              <a:ext uri="{FF2B5EF4-FFF2-40B4-BE49-F238E27FC236}">
                <a16:creationId xmlns:a16="http://schemas.microsoft.com/office/drawing/2014/main" id="{D66D8100-DC4F-160B-484E-ABCD0ECD81F3}"/>
              </a:ext>
            </a:extLst>
          </p:cNvPr>
          <p:cNvSpPr txBox="1"/>
          <p:nvPr/>
        </p:nvSpPr>
        <p:spPr>
          <a:xfrm>
            <a:off x="12907065" y="5184150"/>
            <a:ext cx="4980514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확인 문제 속 어휘 및 표현 확인 </a:t>
            </a:r>
            <a:r>
              <a:rPr lang="en-US" altLang="ko-KR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확인 어휘 및 표현 학습</a:t>
            </a:r>
            <a:endParaRPr lang="en-US" altLang="ko-KR" sz="2000" dirty="0">
              <a:solidFill>
                <a:srgbClr val="000000"/>
              </a:solidFill>
              <a:latin typeface="S-Core Dream 4 Regular" panose="020B0503030302020204" pitchFamily="34" charset="-127"/>
              <a:ea typeface="S-Core Dream 4 Regular" panose="020B0503030302020204" pitchFamily="34" charset="-127"/>
              <a:cs typeface="S-Core Dream 5 Medium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학습 어휘 및 표현 문제 풀이</a:t>
            </a:r>
            <a:endParaRPr lang="en-US" altLang="ko-KR" sz="2000" dirty="0">
              <a:solidFill>
                <a:srgbClr val="000000"/>
              </a:solidFill>
              <a:latin typeface="S-Core Dream 4 Regular" panose="020B0503030302020204" pitchFamily="34" charset="-127"/>
              <a:ea typeface="S-Core Dream 4 Regular" panose="020B0503030302020204" pitchFamily="34" charset="-127"/>
              <a:cs typeface="S-Core Dream 5 Medium" pitchFamily="34" charset="0"/>
            </a:endParaRPr>
          </a:p>
        </p:txBody>
      </p:sp>
      <p:sp>
        <p:nvSpPr>
          <p:cNvPr id="61" name="Object 30">
            <a:extLst>
              <a:ext uri="{FF2B5EF4-FFF2-40B4-BE49-F238E27FC236}">
                <a16:creationId xmlns:a16="http://schemas.microsoft.com/office/drawing/2014/main" id="{EA3672AB-ECC2-8080-8519-93283866BEBA}"/>
              </a:ext>
            </a:extLst>
          </p:cNvPr>
          <p:cNvSpPr txBox="1"/>
          <p:nvPr/>
        </p:nvSpPr>
        <p:spPr>
          <a:xfrm>
            <a:off x="6710527" y="8187309"/>
            <a:ext cx="4980514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[1</a:t>
            </a:r>
            <a:r>
              <a:rPr lang="ko-KR" altLang="en-US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단계</a:t>
            </a:r>
            <a:r>
              <a:rPr lang="en-US" altLang="ko-KR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] </a:t>
            </a:r>
            <a:r>
              <a:rPr lang="ko-KR" altLang="en-US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글을 쓴 목적 파악하기 </a:t>
            </a:r>
            <a:r>
              <a:rPr lang="en-US" altLang="ko-KR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[2</a:t>
            </a:r>
            <a:r>
              <a:rPr lang="ko-KR" altLang="en-US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단계</a:t>
            </a:r>
            <a:r>
              <a:rPr lang="en-US" altLang="ko-KR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] </a:t>
            </a:r>
            <a:r>
              <a:rPr lang="ko-KR" altLang="en-US" sz="2000" dirty="0">
                <a:solidFill>
                  <a:srgbClr val="00000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cs typeface="S-Core Dream 5 Medium" pitchFamily="34" charset="0"/>
              </a:rPr>
              <a:t>선택지 확인하기</a:t>
            </a:r>
            <a:endParaRPr lang="en-US" altLang="ko-KR" sz="2000" dirty="0">
              <a:solidFill>
                <a:srgbClr val="000000"/>
              </a:solidFill>
              <a:latin typeface="S-Core Dream 4 Regular" panose="020B0503030302020204" pitchFamily="34" charset="-127"/>
              <a:ea typeface="S-Core Dream 4 Regular" panose="020B0503030302020204" pitchFamily="34" charset="-127"/>
              <a:cs typeface="S-Core Dream 5 Medium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BD73A9DA-CBB2-0A26-4AD5-11C43ED5D4D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5714" cy="10285714"/>
          </a:xfrm>
          <a:prstGeom prst="rect">
            <a:avLst/>
          </a:prstGeom>
        </p:spPr>
      </p:pic>
      <p:grpSp>
        <p:nvGrpSpPr>
          <p:cNvPr id="6" name="그룹 1003">
            <a:extLst>
              <a:ext uri="{FF2B5EF4-FFF2-40B4-BE49-F238E27FC236}">
                <a16:creationId xmlns:a16="http://schemas.microsoft.com/office/drawing/2014/main" id="{6945E260-7870-1705-E94F-C9504F026824}"/>
              </a:ext>
            </a:extLst>
          </p:cNvPr>
          <p:cNvGrpSpPr/>
          <p:nvPr/>
        </p:nvGrpSpPr>
        <p:grpSpPr>
          <a:xfrm>
            <a:off x="-21718" y="104792"/>
            <a:ext cx="18461538" cy="702645"/>
            <a:chOff x="-147214" y="1035720"/>
            <a:chExt cx="18461538" cy="702645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150CA36F-0D64-7C9F-B369-8F5F5A369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47214" y="1035720"/>
              <a:ext cx="18461538" cy="702645"/>
            </a:xfrm>
            <a:prstGeom prst="rect">
              <a:avLst/>
            </a:prstGeom>
          </p:spPr>
        </p:pic>
      </p:grpSp>
      <p:pic>
        <p:nvPicPr>
          <p:cNvPr id="9" name="Object 53">
            <a:extLst>
              <a:ext uri="{FF2B5EF4-FFF2-40B4-BE49-F238E27FC236}">
                <a16:creationId xmlns:a16="http://schemas.microsoft.com/office/drawing/2014/main" id="{E0CDD2BD-E3FF-A8EF-E4D8-861823D211E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097" y="-463382"/>
            <a:ext cx="2602404" cy="18389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FFAAF2-A67A-BE6B-3F8B-A1D619F1EADB}"/>
              </a:ext>
            </a:extLst>
          </p:cNvPr>
          <p:cNvSpPr txBox="1"/>
          <p:nvPr/>
        </p:nvSpPr>
        <p:spPr>
          <a:xfrm>
            <a:off x="2362200" y="2904213"/>
            <a:ext cx="14436499" cy="1313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arenR"/>
            </a:pP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오늘 배운 유형 복습하기</a:t>
            </a:r>
            <a:endParaRPr lang="en-US" altLang="ko-KR" sz="28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모르는 단어와 표현 사전 찾아 공책에 정리하기</a:t>
            </a:r>
            <a:endParaRPr lang="en-US" altLang="ko-KR" sz="40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15" name="Object 66">
            <a:extLst>
              <a:ext uri="{FF2B5EF4-FFF2-40B4-BE49-F238E27FC236}">
                <a16:creationId xmlns:a16="http://schemas.microsoft.com/office/drawing/2014/main" id="{EED20393-2AA1-4528-3386-0F66B48FC3DB}"/>
              </a:ext>
            </a:extLst>
          </p:cNvPr>
          <p:cNvSpPr txBox="1"/>
          <p:nvPr/>
        </p:nvSpPr>
        <p:spPr>
          <a:xfrm>
            <a:off x="572369" y="5855595"/>
            <a:ext cx="10629031" cy="14773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9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2</a:t>
            </a:r>
            <a:r>
              <a:rPr lang="en-US" altLang="ko-KR" sz="900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. </a:t>
            </a:r>
            <a:r>
              <a:rPr lang="ko-KR" altLang="en-US" sz="9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다음 차시 안내</a:t>
            </a:r>
            <a:endParaRPr lang="en-US" dirty="0">
              <a:latin typeface="S-Core Dream 6 Bold" panose="020B0703030302020204" pitchFamily="34" charset="-127"/>
              <a:ea typeface="S-Core Dream 6 Bold" panose="020B07030303020202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54FD86-475E-46AD-1182-A896C97DF2D0}"/>
              </a:ext>
            </a:extLst>
          </p:cNvPr>
          <p:cNvSpPr txBox="1"/>
          <p:nvPr/>
        </p:nvSpPr>
        <p:spPr>
          <a:xfrm>
            <a:off x="2362199" y="7343314"/>
            <a:ext cx="91440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1) 53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번 유형</a:t>
            </a:r>
            <a:r>
              <a:rPr lang="en-US" altLang="ko-KR" sz="2800" dirty="0">
                <a:solidFill>
                  <a:srgbClr val="FF9292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표 또는 그래프 분석하기</a:t>
            </a:r>
            <a:r>
              <a:rPr lang="en-US" altLang="ko-KR" sz="2800" dirty="0">
                <a:solidFill>
                  <a:srgbClr val="FF9292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)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분석과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학습 전략</a:t>
            </a:r>
            <a:endParaRPr lang="en-US" altLang="ko-KR" sz="28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2) 54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번 유형</a:t>
            </a:r>
            <a:r>
              <a:rPr lang="en-US" altLang="ko-KR" sz="2800" dirty="0">
                <a:solidFill>
                  <a:srgbClr val="FF9292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주제에 대해 글 쓰기</a:t>
            </a:r>
            <a:r>
              <a:rPr lang="en-US" altLang="ko-KR" sz="2800" dirty="0">
                <a:solidFill>
                  <a:srgbClr val="FF9292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)</a:t>
            </a: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분석과 학습 전략</a:t>
            </a:r>
            <a:endParaRPr lang="en-US" altLang="ko-KR" sz="28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3) </a:t>
            </a:r>
            <a:r>
              <a:rPr lang="ko-KR" altLang="en-US" sz="28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원고지 사용법</a:t>
            </a:r>
            <a:endParaRPr lang="en-US" altLang="ko-KR" sz="40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grpSp>
        <p:nvGrpSpPr>
          <p:cNvPr id="17" name="그룹 1019">
            <a:extLst>
              <a:ext uri="{FF2B5EF4-FFF2-40B4-BE49-F238E27FC236}">
                <a16:creationId xmlns:a16="http://schemas.microsoft.com/office/drawing/2014/main" id="{DD02D35B-70B7-C054-470B-C78D6FE75EB2}"/>
              </a:ext>
            </a:extLst>
          </p:cNvPr>
          <p:cNvGrpSpPr/>
          <p:nvPr/>
        </p:nvGrpSpPr>
        <p:grpSpPr>
          <a:xfrm>
            <a:off x="7086600" y="1982802"/>
            <a:ext cx="517017" cy="706477"/>
            <a:chOff x="3425805" y="2951926"/>
            <a:chExt cx="517017" cy="706477"/>
          </a:xfrm>
        </p:grpSpPr>
        <p:pic>
          <p:nvPicPr>
            <p:cNvPr id="19" name="Object 66">
              <a:extLst>
                <a:ext uri="{FF2B5EF4-FFF2-40B4-BE49-F238E27FC236}">
                  <a16:creationId xmlns:a16="http://schemas.microsoft.com/office/drawing/2014/main" id="{F550254F-221F-4C40-8112-45F0CB102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900000">
              <a:off x="3425805" y="2951926"/>
              <a:ext cx="517017" cy="706477"/>
            </a:xfrm>
            <a:prstGeom prst="rect">
              <a:avLst/>
            </a:prstGeom>
          </p:spPr>
        </p:pic>
      </p:grpSp>
      <p:grpSp>
        <p:nvGrpSpPr>
          <p:cNvPr id="21" name="그룹 1019">
            <a:extLst>
              <a:ext uri="{FF2B5EF4-FFF2-40B4-BE49-F238E27FC236}">
                <a16:creationId xmlns:a16="http://schemas.microsoft.com/office/drawing/2014/main" id="{0A0E8F61-C468-140A-202A-29A99F7E255C}"/>
              </a:ext>
            </a:extLst>
          </p:cNvPr>
          <p:cNvGrpSpPr/>
          <p:nvPr/>
        </p:nvGrpSpPr>
        <p:grpSpPr>
          <a:xfrm>
            <a:off x="9544427" y="6650115"/>
            <a:ext cx="517017" cy="706477"/>
            <a:chOff x="3425805" y="2951926"/>
            <a:chExt cx="517017" cy="706477"/>
          </a:xfrm>
        </p:grpSpPr>
        <p:pic>
          <p:nvPicPr>
            <p:cNvPr id="22" name="Object 66">
              <a:extLst>
                <a:ext uri="{FF2B5EF4-FFF2-40B4-BE49-F238E27FC236}">
                  <a16:creationId xmlns:a16="http://schemas.microsoft.com/office/drawing/2014/main" id="{E67A5941-074C-3B12-ED0B-D4F83F43D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900000">
              <a:off x="3425805" y="2951926"/>
              <a:ext cx="517017" cy="706477"/>
            </a:xfrm>
            <a:prstGeom prst="rect">
              <a:avLst/>
            </a:prstGeom>
          </p:spPr>
        </p:pic>
      </p:grpSp>
      <p:sp>
        <p:nvSpPr>
          <p:cNvPr id="23" name="Object 66">
            <a:extLst>
              <a:ext uri="{FF2B5EF4-FFF2-40B4-BE49-F238E27FC236}">
                <a16:creationId xmlns:a16="http://schemas.microsoft.com/office/drawing/2014/main" id="{21D9382E-2EC8-1934-9CF9-350FB7F0DD4D}"/>
              </a:ext>
            </a:extLst>
          </p:cNvPr>
          <p:cNvSpPr txBox="1"/>
          <p:nvPr/>
        </p:nvSpPr>
        <p:spPr>
          <a:xfrm>
            <a:off x="572368" y="1388085"/>
            <a:ext cx="7419155" cy="14773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9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1. </a:t>
            </a:r>
            <a:r>
              <a:rPr lang="ko-KR" altLang="en-US" sz="9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  <a:cs typeface="S-Core Dream 6 Bold" pitchFamily="34" charset="0"/>
              </a:rPr>
              <a:t>과제 안내</a:t>
            </a:r>
            <a:endParaRPr lang="en-US" dirty="0">
              <a:latin typeface="S-Core Dream 6 Bold" panose="020B0703030302020204" pitchFamily="34" charset="-127"/>
              <a:ea typeface="S-Core Dream 6 Bold" panose="020B07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0636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9"/>
          <p:cNvSpPr txBox="1"/>
          <p:nvPr/>
        </p:nvSpPr>
        <p:spPr>
          <a:xfrm>
            <a:off x="862422" y="4404836"/>
            <a:ext cx="16563155" cy="14773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9000" dirty="0">
                <a:solidFill>
                  <a:srgbClr val="000000"/>
                </a:solidFill>
                <a:latin typeface="S-Core Dream 6 Bold" panose="020B0703030302020204" pitchFamily="34" charset="-127"/>
                <a:ea typeface="S-Core Dream 6 Bold" panose="020B0703030302020204" pitchFamily="34" charset="-127"/>
              </a:rPr>
              <a:t>감사합니다</a:t>
            </a:r>
            <a:endParaRPr lang="en-US" dirty="0">
              <a:latin typeface="S-Core Dream 6 Bold" panose="020B0703030302020204" pitchFamily="34" charset="-127"/>
              <a:ea typeface="S-Core Dream 6 Bold" panose="020B0703030302020204" pitchFamily="34" charset="-127"/>
            </a:endParaRPr>
          </a:p>
        </p:txBody>
      </p:sp>
      <p:grpSp>
        <p:nvGrpSpPr>
          <p:cNvPr id="1019" name="그룹 1019"/>
          <p:cNvGrpSpPr/>
          <p:nvPr/>
        </p:nvGrpSpPr>
        <p:grpSpPr>
          <a:xfrm>
            <a:off x="12192000" y="5179151"/>
            <a:ext cx="517017" cy="706477"/>
            <a:chOff x="3425805" y="2951926"/>
            <a:chExt cx="517017" cy="706477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900000">
              <a:off x="3425805" y="2951926"/>
              <a:ext cx="517017" cy="706477"/>
            </a:xfrm>
            <a:prstGeom prst="rect">
              <a:avLst/>
            </a:prstGeom>
          </p:spPr>
        </p:pic>
      </p:grpSp>
      <p:grpSp>
        <p:nvGrpSpPr>
          <p:cNvPr id="2" name="그룹 1003">
            <a:extLst>
              <a:ext uri="{FF2B5EF4-FFF2-40B4-BE49-F238E27FC236}">
                <a16:creationId xmlns:a16="http://schemas.microsoft.com/office/drawing/2014/main" id="{CF795776-B8CB-2CFF-1A52-01CE5447E209}"/>
              </a:ext>
            </a:extLst>
          </p:cNvPr>
          <p:cNvGrpSpPr/>
          <p:nvPr/>
        </p:nvGrpSpPr>
        <p:grpSpPr>
          <a:xfrm>
            <a:off x="-21718" y="104792"/>
            <a:ext cx="18461538" cy="702645"/>
            <a:chOff x="-147214" y="1035720"/>
            <a:chExt cx="18461538" cy="702645"/>
          </a:xfrm>
        </p:grpSpPr>
        <p:pic>
          <p:nvPicPr>
            <p:cNvPr id="4" name="Object 8">
              <a:extLst>
                <a:ext uri="{FF2B5EF4-FFF2-40B4-BE49-F238E27FC236}">
                  <a16:creationId xmlns:a16="http://schemas.microsoft.com/office/drawing/2014/main" id="{72262700-EEFB-3D08-0E79-C0496F37A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47214" y="1035720"/>
              <a:ext cx="18461538" cy="702645"/>
            </a:xfrm>
            <a:prstGeom prst="rect">
              <a:avLst/>
            </a:prstGeom>
          </p:spPr>
        </p:pic>
      </p:grpSp>
      <p:pic>
        <p:nvPicPr>
          <p:cNvPr id="5" name="Object 53">
            <a:extLst>
              <a:ext uri="{FF2B5EF4-FFF2-40B4-BE49-F238E27FC236}">
                <a16:creationId xmlns:a16="http://schemas.microsoft.com/office/drawing/2014/main" id="{2014DFEB-5261-8E39-9552-4A8138E94DC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6097" y="-463382"/>
            <a:ext cx="2602404" cy="183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0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345</Words>
  <Application>Microsoft Office PowerPoint</Application>
  <PresentationFormat>사용자 지정</PresentationFormat>
  <Paragraphs>61</Paragraphs>
  <Slides>12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에스코어 드림 8 Heavy</vt:lpstr>
      <vt:lpstr>S-Core Dream 4 Regular</vt:lpstr>
      <vt:lpstr>에스코어 드림 9 Black</vt:lpstr>
      <vt:lpstr>Arial</vt:lpstr>
      <vt:lpstr>S-Core Dream 6 Bold</vt:lpstr>
      <vt:lpstr>S-Core Dream 5 Medium</vt:lpstr>
      <vt:lpstr>에스코어 드림 6 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USER</cp:lastModifiedBy>
  <cp:revision>56</cp:revision>
  <dcterms:created xsi:type="dcterms:W3CDTF">2023-06-10T14:55:47Z</dcterms:created>
  <dcterms:modified xsi:type="dcterms:W3CDTF">2023-08-09T03:55:21Z</dcterms:modified>
</cp:coreProperties>
</file>